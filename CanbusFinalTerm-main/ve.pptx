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>
        <p:scale>
          <a:sx n="100" d="100"/>
          <a:sy n="100" d="100"/>
        </p:scale>
        <p:origin x="9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B41B-628B-4253-A8CC-EAF2ED868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0B63D-68D8-401F-AFC8-005564E06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5C79C-FDE2-4BF5-829A-37BC8C90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C666-BAC8-4A05-BAD9-37DEB479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FF7BA-10B9-4F24-B6D2-D39D37CF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7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79AA-D822-4BB5-B8A9-4F2A520D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2544-6745-489B-A06B-EF3F47E4E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3469-65A1-40DD-A626-5CEA33DC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CCC73-51A8-47DA-849C-6933EFAC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D2DD1-52A4-4ADA-B7F4-3180FBED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9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C621-F8B7-45BB-8D29-09E98B79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AFD84-8DC5-4A22-844E-24485FE88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1144E-5A56-4B84-8BC3-439B36D9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73F9B-5F79-4BD0-8C6E-45357861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D2B6F-4B44-4E42-9029-920BB2FD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2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39D8-0ACC-4BBD-BC81-B32C8E8D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1EC00-AED6-4D6F-8E49-47909B41C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2A67-77F1-442A-83C1-324D5A172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F4267-8C27-4093-BA53-1E21D824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1775-18C4-4FAB-B190-6C803890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2AF27-D847-47DC-8668-3B777057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9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F962-DF6A-4879-8D07-91BAA334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D4238-F1DE-49EC-8EF4-D6999F45F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3BB7B-BCC9-4CE7-839F-EAC99411B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488AD-2495-4B31-A4D5-61B72679A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861EB-FF74-4E3F-AD71-8186C2A5A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3D12D-358E-41EA-AC30-6181A996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419B5-FBED-4053-B82F-93F3B871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6C9D0-9F90-41D4-BE20-F616895F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5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8EE2-7009-44E2-8A31-CA05A711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646F0-5795-4C28-9FDB-31232190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82A62-3063-4E94-AC36-8D92136F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6CDAB-4551-41E2-9AF9-B6967A5F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5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3C5B8-589F-4B35-B4EA-5855E9D2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BEE4E-C101-4F75-9FF3-4B10A4F9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BAEFE-DF41-45C1-97DA-D3D273C4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0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2C21-95CA-4FD0-9FBE-2B863520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7EF4-B04F-4EA9-B6D6-89234BA15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6DE78-543B-427A-8C75-5C3BA31C8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A1D04-4F48-44DE-B7D0-AD365F8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01E2-32E1-41A1-B0A7-C89D7FEA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02749-79B4-4AA3-8B2B-CDD8EBBD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1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74589-EF34-4A4B-8EE0-C41B5724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431BD-6278-409D-976C-548D30FE3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BE28C-C9BC-4FE2-B045-7AB9D639E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E79EE-E037-4D3A-B8ED-232E5C09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D895-0AD7-43C6-9631-BEB407C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DCAAF-9AE1-4038-B9D5-0BD1189A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6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BBA9-D1FC-43D7-92FA-CA532C54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93E8A-52FC-45AB-81F2-344A3C6C7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982F-340A-4F28-9FEE-BE5329A9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3EDDE-D72E-4309-BDE0-C99C5137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854A-CD95-4E48-B372-1A7FA09F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3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C80650-648C-441F-9730-ABD0C02E4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1BEAA-8C85-4774-8CDA-F269A1E85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7E69F-7990-44CB-879E-28B0F73A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06171-20D6-43F3-AA5E-36E8270F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6AF2-C0A3-441B-85A2-0582B118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0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191F7-148E-4B49-9D8D-288FBDFE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6E00A-7EBD-42B6-87D2-5260838A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1291B-D056-4131-82F7-E4565834C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ACEA7-C2E7-4453-B9A1-8CF8CE8BD42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C696-3358-4666-BC64-C15435857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E7A5-78B2-4CE8-8715-57F6BF11B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761EA-EE51-4FB0-A6DE-BFCB89C7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9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B9641C1-7DC7-4736-A432-493946F697DF}"/>
              </a:ext>
            </a:extLst>
          </p:cNvPr>
          <p:cNvGrpSpPr/>
          <p:nvPr/>
        </p:nvGrpSpPr>
        <p:grpSpPr>
          <a:xfrm>
            <a:off x="592748" y="0"/>
            <a:ext cx="11335608" cy="3228016"/>
            <a:chOff x="592748" y="0"/>
            <a:chExt cx="11335608" cy="322801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F03C0E3-7767-49A9-AAA1-6FFBE1432CFD}"/>
                </a:ext>
              </a:extLst>
            </p:cNvPr>
            <p:cNvCxnSpPr>
              <a:cxnSpLocks/>
            </p:cNvCxnSpPr>
            <p:nvPr/>
          </p:nvCxnSpPr>
          <p:spPr>
            <a:xfrm>
              <a:off x="1241197" y="2498384"/>
              <a:ext cx="769503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4EEFC3F-CE39-4220-B1A7-04F7D9139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6230" y="2097793"/>
              <a:ext cx="0" cy="4169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088457-A341-4649-8689-3726A3907E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7409" y="2097793"/>
              <a:ext cx="0" cy="4169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5E0D15E-B128-49D9-83B2-45E52E87AD66}"/>
                </a:ext>
              </a:extLst>
            </p:cNvPr>
            <p:cNvCxnSpPr>
              <a:cxnSpLocks/>
            </p:cNvCxnSpPr>
            <p:nvPr/>
          </p:nvCxnSpPr>
          <p:spPr>
            <a:xfrm>
              <a:off x="8936230" y="2107318"/>
              <a:ext cx="24117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CD570CD-79DC-4398-8900-E485D0A18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588" y="2097793"/>
              <a:ext cx="0" cy="4169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13BC3D8-376F-4EFD-ADA7-D0D7DD7C5CB5}"/>
                </a:ext>
              </a:extLst>
            </p:cNvPr>
            <p:cNvCxnSpPr>
              <a:cxnSpLocks/>
            </p:cNvCxnSpPr>
            <p:nvPr/>
          </p:nvCxnSpPr>
          <p:spPr>
            <a:xfrm>
              <a:off x="9177409" y="2498384"/>
              <a:ext cx="24117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57964C-40EC-4B9A-9C96-4E2BFCA9446E}"/>
                </a:ext>
              </a:extLst>
            </p:cNvPr>
            <p:cNvCxnSpPr>
              <a:cxnSpLocks/>
            </p:cNvCxnSpPr>
            <p:nvPr/>
          </p:nvCxnSpPr>
          <p:spPr>
            <a:xfrm>
              <a:off x="9418588" y="2107318"/>
              <a:ext cx="17294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BA90D77-5581-44A0-9834-F4B35E71D7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197" y="630622"/>
              <a:ext cx="0" cy="197818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63DFE5A-8AC6-4727-92CD-8E0CE065B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8060" y="630622"/>
              <a:ext cx="0" cy="197818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8585B91-3DD0-4760-98A8-3F7BE0525D32}"/>
                </a:ext>
              </a:extLst>
            </p:cNvPr>
            <p:cNvSpPr txBox="1"/>
            <p:nvPr/>
          </p:nvSpPr>
          <p:spPr>
            <a:xfrm>
              <a:off x="5441519" y="673842"/>
              <a:ext cx="1063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 + 8 * N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7C59E68-E408-466B-8E54-85D7898B18EE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1241197" y="843119"/>
              <a:ext cx="42003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6A6754B-00B1-4959-9375-DFF74E8597CB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6504631" y="843119"/>
              <a:ext cx="4643429" cy="843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1A59A26-6A00-4E46-8372-30F7124F6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4256" y="1476664"/>
              <a:ext cx="0" cy="10217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DF48A98-EC09-405A-8BEE-F80F7EDB78DA}"/>
                </a:ext>
              </a:extLst>
            </p:cNvPr>
            <p:cNvCxnSpPr>
              <a:cxnSpLocks/>
            </p:cNvCxnSpPr>
            <p:nvPr/>
          </p:nvCxnSpPr>
          <p:spPr>
            <a:xfrm>
              <a:off x="4457700" y="2107318"/>
              <a:ext cx="447853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A7AB622-A7DA-43AF-970E-3CE5F686B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700" y="2097793"/>
              <a:ext cx="0" cy="4169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8C632BC-0B05-4DEF-8F9A-6F0B4F0A96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0500" y="2081440"/>
              <a:ext cx="0" cy="4169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41E7583-7081-4EDA-BA93-1E2FFD2D673A}"/>
                </a:ext>
              </a:extLst>
            </p:cNvPr>
            <p:cNvCxnSpPr>
              <a:cxnSpLocks/>
            </p:cNvCxnSpPr>
            <p:nvPr/>
          </p:nvCxnSpPr>
          <p:spPr>
            <a:xfrm>
              <a:off x="1564256" y="2097793"/>
              <a:ext cx="24362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77552E1-CE66-4197-8175-06013436FC20}"/>
                </a:ext>
              </a:extLst>
            </p:cNvPr>
            <p:cNvCxnSpPr>
              <a:cxnSpLocks/>
            </p:cNvCxnSpPr>
            <p:nvPr/>
          </p:nvCxnSpPr>
          <p:spPr>
            <a:xfrm>
              <a:off x="4291780" y="2081440"/>
              <a:ext cx="0" cy="41694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534430D-73BF-418E-B048-6C2CB424AC67}"/>
                </a:ext>
              </a:extLst>
            </p:cNvPr>
            <p:cNvCxnSpPr>
              <a:cxnSpLocks/>
            </p:cNvCxnSpPr>
            <p:nvPr/>
          </p:nvCxnSpPr>
          <p:spPr>
            <a:xfrm>
              <a:off x="4139061" y="1476664"/>
              <a:ext cx="0" cy="102172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A78A22F-F35A-407C-8A84-8EF616F2DD00}"/>
                </a:ext>
              </a:extLst>
            </p:cNvPr>
            <p:cNvCxnSpPr>
              <a:cxnSpLocks/>
            </p:cNvCxnSpPr>
            <p:nvPr/>
          </p:nvCxnSpPr>
          <p:spPr>
            <a:xfrm>
              <a:off x="5272536" y="1476664"/>
              <a:ext cx="0" cy="102172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7DE5DA6-87C6-4763-A6EB-06E8E7A13B44}"/>
                </a:ext>
              </a:extLst>
            </p:cNvPr>
            <p:cNvCxnSpPr>
              <a:cxnSpLocks/>
            </p:cNvCxnSpPr>
            <p:nvPr/>
          </p:nvCxnSpPr>
          <p:spPr>
            <a:xfrm>
              <a:off x="7082286" y="1476664"/>
              <a:ext cx="0" cy="102172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BBE27A9-0710-4526-BCD5-23BD25EA7A77}"/>
                </a:ext>
              </a:extLst>
            </p:cNvPr>
            <p:cNvCxnSpPr>
              <a:cxnSpLocks/>
            </p:cNvCxnSpPr>
            <p:nvPr/>
          </p:nvCxnSpPr>
          <p:spPr>
            <a:xfrm>
              <a:off x="9177409" y="1501475"/>
              <a:ext cx="0" cy="99690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4762A8-D067-4838-9C6D-1530E5499902}"/>
                </a:ext>
              </a:extLst>
            </p:cNvPr>
            <p:cNvCxnSpPr>
              <a:cxnSpLocks/>
            </p:cNvCxnSpPr>
            <p:nvPr/>
          </p:nvCxnSpPr>
          <p:spPr>
            <a:xfrm>
              <a:off x="9663561" y="1509759"/>
              <a:ext cx="0" cy="9886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7E8C441-2BB1-49AB-930D-0619B9A041BE}"/>
                </a:ext>
              </a:extLst>
            </p:cNvPr>
            <p:cNvCxnSpPr>
              <a:cxnSpLocks/>
              <a:stCxn id="76" idx="1"/>
            </p:cNvCxnSpPr>
            <p:nvPr/>
          </p:nvCxnSpPr>
          <p:spPr>
            <a:xfrm flipH="1">
              <a:off x="1544152" y="1679036"/>
              <a:ext cx="96712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29A94F-2629-43FC-93AC-677332B832C1}"/>
                </a:ext>
              </a:extLst>
            </p:cNvPr>
            <p:cNvSpPr txBox="1"/>
            <p:nvPr/>
          </p:nvSpPr>
          <p:spPr>
            <a:xfrm>
              <a:off x="2511278" y="150975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BB5DA1B-0975-41C7-81CB-AEBB728BE8B5}"/>
                </a:ext>
              </a:extLst>
            </p:cNvPr>
            <p:cNvSpPr txBox="1"/>
            <p:nvPr/>
          </p:nvSpPr>
          <p:spPr>
            <a:xfrm>
              <a:off x="4542534" y="150147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E7420DE-4116-421C-9F1E-09FEE6539B0F}"/>
                </a:ext>
              </a:extLst>
            </p:cNvPr>
            <p:cNvSpPr txBox="1"/>
            <p:nvPr/>
          </p:nvSpPr>
          <p:spPr>
            <a:xfrm>
              <a:off x="7946843" y="150975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CE9A5AF-6FF4-4D29-91A0-74F506CA9FAA}"/>
                </a:ext>
              </a:extLst>
            </p:cNvPr>
            <p:cNvSpPr txBox="1"/>
            <p:nvPr/>
          </p:nvSpPr>
          <p:spPr>
            <a:xfrm>
              <a:off x="9260817" y="1383083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A88B247-8920-4336-A2F4-4091A325802F}"/>
                </a:ext>
              </a:extLst>
            </p:cNvPr>
            <p:cNvSpPr txBox="1"/>
            <p:nvPr/>
          </p:nvSpPr>
          <p:spPr>
            <a:xfrm>
              <a:off x="10262182" y="1505694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437CD48-C83C-4CA7-AEBB-DEDB39EA0EB7}"/>
                </a:ext>
              </a:extLst>
            </p:cNvPr>
            <p:cNvCxnSpPr>
              <a:cxnSpLocks/>
              <a:stCxn id="77" idx="1"/>
            </p:cNvCxnSpPr>
            <p:nvPr/>
          </p:nvCxnSpPr>
          <p:spPr>
            <a:xfrm flipH="1">
              <a:off x="4149620" y="1670752"/>
              <a:ext cx="392914" cy="82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3F43E3DE-B927-4BB1-81E7-E0F386068BD3}"/>
                </a:ext>
              </a:extLst>
            </p:cNvPr>
            <p:cNvCxnSpPr>
              <a:cxnSpLocks/>
              <a:stCxn id="85" idx="1"/>
            </p:cNvCxnSpPr>
            <p:nvPr/>
          </p:nvCxnSpPr>
          <p:spPr>
            <a:xfrm flipH="1">
              <a:off x="5272536" y="1670752"/>
              <a:ext cx="45358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DA0698B-8299-43A4-8020-DF1B60B03F92}"/>
                </a:ext>
              </a:extLst>
            </p:cNvPr>
            <p:cNvSpPr txBox="1"/>
            <p:nvPr/>
          </p:nvSpPr>
          <p:spPr>
            <a:xfrm>
              <a:off x="5726124" y="1501475"/>
              <a:ext cx="639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* N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E7B1D0D-661A-4DDF-ADC2-80D40000FB40}"/>
                </a:ext>
              </a:extLst>
            </p:cNvPr>
            <p:cNvCxnSpPr>
              <a:cxnSpLocks/>
              <a:stCxn id="78" idx="1"/>
            </p:cNvCxnSpPr>
            <p:nvPr/>
          </p:nvCxnSpPr>
          <p:spPr>
            <a:xfrm flipH="1">
              <a:off x="7082286" y="1679036"/>
              <a:ext cx="8645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789567F-C255-4CD4-9463-C1C7C72121CD}"/>
                </a:ext>
              </a:extLst>
            </p:cNvPr>
            <p:cNvCxnSpPr/>
            <p:nvPr/>
          </p:nvCxnSpPr>
          <p:spPr>
            <a:xfrm>
              <a:off x="9177409" y="1679036"/>
              <a:ext cx="471653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0266125-7AAE-483C-A63F-BE318A39EE8B}"/>
                </a:ext>
              </a:extLst>
            </p:cNvPr>
            <p:cNvCxnSpPr>
              <a:cxnSpLocks/>
              <a:stCxn id="80" idx="1"/>
            </p:cNvCxnSpPr>
            <p:nvPr/>
          </p:nvCxnSpPr>
          <p:spPr>
            <a:xfrm flipH="1">
              <a:off x="9663562" y="1674971"/>
              <a:ext cx="598620" cy="40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6F8522B-BA64-47AD-A6A8-0C1EC12467E9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>
              <a:off x="2901128" y="1679036"/>
              <a:ext cx="122343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E9E3499-05E9-41C1-9F93-BE8CD80FE2A6}"/>
                </a:ext>
              </a:extLst>
            </p:cNvPr>
            <p:cNvCxnSpPr>
              <a:cxnSpLocks/>
              <a:stCxn id="77" idx="3"/>
            </p:cNvCxnSpPr>
            <p:nvPr/>
          </p:nvCxnSpPr>
          <p:spPr>
            <a:xfrm>
              <a:off x="4829792" y="1670752"/>
              <a:ext cx="45877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2ADEF680-5BBF-41F5-93D9-DB5A9F31B29D}"/>
                </a:ext>
              </a:extLst>
            </p:cNvPr>
            <p:cNvCxnSpPr>
              <a:cxnSpLocks/>
              <a:stCxn id="85" idx="3"/>
            </p:cNvCxnSpPr>
            <p:nvPr/>
          </p:nvCxnSpPr>
          <p:spPr>
            <a:xfrm>
              <a:off x="6366043" y="1670752"/>
              <a:ext cx="732268" cy="42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A0DE3CF-EFC0-40DA-AA70-B320BA8182ED}"/>
                </a:ext>
              </a:extLst>
            </p:cNvPr>
            <p:cNvCxnSpPr>
              <a:cxnSpLocks/>
              <a:stCxn id="78" idx="3"/>
            </p:cNvCxnSpPr>
            <p:nvPr/>
          </p:nvCxnSpPr>
          <p:spPr>
            <a:xfrm>
              <a:off x="8336693" y="1679036"/>
              <a:ext cx="8552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488AAA32-419D-4D6C-BBC5-A85B10F35A8C}"/>
                </a:ext>
              </a:extLst>
            </p:cNvPr>
            <p:cNvCxnSpPr>
              <a:cxnSpLocks/>
              <a:stCxn id="80" idx="3"/>
            </p:cNvCxnSpPr>
            <p:nvPr/>
          </p:nvCxnSpPr>
          <p:spPr>
            <a:xfrm>
              <a:off x="10549440" y="1674971"/>
              <a:ext cx="584121" cy="40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2B721E6-5748-41C5-B20A-D90DE29AF8AD}"/>
                </a:ext>
              </a:extLst>
            </p:cNvPr>
            <p:cNvSpPr txBox="1"/>
            <p:nvPr/>
          </p:nvSpPr>
          <p:spPr>
            <a:xfrm>
              <a:off x="10166985" y="2176183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EOF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2D3C400-104D-4E36-A8B0-CB85FF52D8E4}"/>
                </a:ext>
              </a:extLst>
            </p:cNvPr>
            <p:cNvSpPr txBox="1"/>
            <p:nvPr/>
          </p:nvSpPr>
          <p:spPr>
            <a:xfrm>
              <a:off x="7889442" y="2117866"/>
              <a:ext cx="6270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CRC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70FF179-1E53-40FD-A57C-F61B7F62BC57}"/>
                </a:ext>
              </a:extLst>
            </p:cNvPr>
            <p:cNvSpPr txBox="1"/>
            <p:nvPr/>
          </p:nvSpPr>
          <p:spPr>
            <a:xfrm>
              <a:off x="4526664" y="2117866"/>
              <a:ext cx="6158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DLC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0ADE570-7AEF-4BEE-821D-69276E1F15D5}"/>
                </a:ext>
              </a:extLst>
            </p:cNvPr>
            <p:cNvSpPr txBox="1"/>
            <p:nvPr/>
          </p:nvSpPr>
          <p:spPr>
            <a:xfrm>
              <a:off x="2488836" y="2117964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1FE1499-A03A-4057-A00C-706C66CC1E4D}"/>
                </a:ext>
              </a:extLst>
            </p:cNvPr>
            <p:cNvSpPr txBox="1"/>
            <p:nvPr/>
          </p:nvSpPr>
          <p:spPr>
            <a:xfrm>
              <a:off x="1945237" y="1138110"/>
              <a:ext cx="16979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Arbitration Field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ED3F18A-E936-4328-8D1A-1D1F48DCE6E9}"/>
                </a:ext>
              </a:extLst>
            </p:cNvPr>
            <p:cNvSpPr txBox="1"/>
            <p:nvPr/>
          </p:nvSpPr>
          <p:spPr>
            <a:xfrm>
              <a:off x="4196041" y="1138020"/>
              <a:ext cx="1047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Ctrl Field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F7F40F8-E8EE-4C12-833B-E04CC112DF20}"/>
                </a:ext>
              </a:extLst>
            </p:cNvPr>
            <p:cNvSpPr txBox="1"/>
            <p:nvPr/>
          </p:nvSpPr>
          <p:spPr>
            <a:xfrm>
              <a:off x="5593411" y="1136112"/>
              <a:ext cx="11031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Field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3C600C0-7B77-41AA-A61C-EF752BA25246}"/>
                </a:ext>
              </a:extLst>
            </p:cNvPr>
            <p:cNvSpPr txBox="1"/>
            <p:nvPr/>
          </p:nvSpPr>
          <p:spPr>
            <a:xfrm>
              <a:off x="7660832" y="1136112"/>
              <a:ext cx="11240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CRC Field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B85DEE9-35F8-402F-A03F-6148004EB1F5}"/>
                </a:ext>
              </a:extLst>
            </p:cNvPr>
            <p:cNvSpPr txBox="1"/>
            <p:nvPr/>
          </p:nvSpPr>
          <p:spPr>
            <a:xfrm>
              <a:off x="8851222" y="1136112"/>
              <a:ext cx="103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Ack Field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460BBEE-2043-43D7-B681-017290271DE9}"/>
                </a:ext>
              </a:extLst>
            </p:cNvPr>
            <p:cNvSpPr txBox="1"/>
            <p:nvPr/>
          </p:nvSpPr>
          <p:spPr>
            <a:xfrm rot="16200000">
              <a:off x="949290" y="2756298"/>
              <a:ext cx="5838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141AB3C-1BC9-4C51-903C-A0BA194C70B3}"/>
                </a:ext>
              </a:extLst>
            </p:cNvPr>
            <p:cNvSpPr txBox="1"/>
            <p:nvPr/>
          </p:nvSpPr>
          <p:spPr>
            <a:xfrm rot="16200000">
              <a:off x="3650972" y="2729697"/>
              <a:ext cx="6086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RTR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7B3339E-37F5-4B12-9D3E-1530E6903D78}"/>
                </a:ext>
              </a:extLst>
            </p:cNvPr>
            <p:cNvSpPr txBox="1"/>
            <p:nvPr/>
          </p:nvSpPr>
          <p:spPr>
            <a:xfrm rot="16200000">
              <a:off x="3921767" y="2729697"/>
              <a:ext cx="5485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B3CC24D-CBCF-4BBB-867D-923F2779B196}"/>
                </a:ext>
              </a:extLst>
            </p:cNvPr>
            <p:cNvSpPr txBox="1"/>
            <p:nvPr/>
          </p:nvSpPr>
          <p:spPr>
            <a:xfrm rot="16200000">
              <a:off x="4266531" y="2713345"/>
              <a:ext cx="3786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6FFBFBF-E9DD-4201-923C-F2182ED437AF}"/>
                </a:ext>
              </a:extLst>
            </p:cNvPr>
            <p:cNvSpPr txBox="1"/>
            <p:nvPr/>
          </p:nvSpPr>
          <p:spPr>
            <a:xfrm rot="16200000">
              <a:off x="8978039" y="2738780"/>
              <a:ext cx="639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ACK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10B9B0A-DE86-4CB7-B976-A2CA67E89642}"/>
                </a:ext>
              </a:extLst>
            </p:cNvPr>
            <p:cNvSpPr txBox="1"/>
            <p:nvPr/>
          </p:nvSpPr>
          <p:spPr>
            <a:xfrm>
              <a:off x="592748" y="195794"/>
              <a:ext cx="19442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 - Frame Space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E3B8358-50CC-4120-A72E-B35A46CAAFB3}"/>
                </a:ext>
              </a:extLst>
            </p:cNvPr>
            <p:cNvSpPr txBox="1"/>
            <p:nvPr/>
          </p:nvSpPr>
          <p:spPr>
            <a:xfrm>
              <a:off x="4416398" y="147487"/>
              <a:ext cx="31133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Frame (Standard Identifier)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1E3DEFF-1216-4367-9155-455E58099056}"/>
                </a:ext>
              </a:extLst>
            </p:cNvPr>
            <p:cNvSpPr txBox="1"/>
            <p:nvPr/>
          </p:nvSpPr>
          <p:spPr>
            <a:xfrm>
              <a:off x="10046622" y="0"/>
              <a:ext cx="18817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Inter-Frame Space</a:t>
              </a:r>
            </a:p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 Overload Frame</a:t>
              </a:r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565B140C-F234-46CE-AD5B-19DF2C18CC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8060" y="863719"/>
              <a:ext cx="6534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CCF1AF5A-1278-48C9-8E55-FE215A5C7F66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0" y="851558"/>
              <a:ext cx="57444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EE7C6EF-8AE7-4429-8160-BF12FD5D4ABB}"/>
              </a:ext>
            </a:extLst>
          </p:cNvPr>
          <p:cNvCxnSpPr>
            <a:cxnSpLocks/>
          </p:cNvCxnSpPr>
          <p:nvPr/>
        </p:nvCxnSpPr>
        <p:spPr>
          <a:xfrm>
            <a:off x="1241197" y="5930600"/>
            <a:ext cx="295484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D589219-020B-4AB1-ABAE-C59A021EE35A}"/>
              </a:ext>
            </a:extLst>
          </p:cNvPr>
          <p:cNvCxnSpPr>
            <a:cxnSpLocks/>
          </p:cNvCxnSpPr>
          <p:nvPr/>
        </p:nvCxnSpPr>
        <p:spPr>
          <a:xfrm flipV="1">
            <a:off x="8936230" y="5530009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4407657-5C26-4B70-B116-F67C58DCF1CF}"/>
              </a:ext>
            </a:extLst>
          </p:cNvPr>
          <p:cNvCxnSpPr>
            <a:cxnSpLocks/>
          </p:cNvCxnSpPr>
          <p:nvPr/>
        </p:nvCxnSpPr>
        <p:spPr>
          <a:xfrm flipV="1">
            <a:off x="9177409" y="5530009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50FD3EE-B764-4BE4-9C67-2D646F8482BC}"/>
              </a:ext>
            </a:extLst>
          </p:cNvPr>
          <p:cNvCxnSpPr>
            <a:cxnSpLocks/>
          </p:cNvCxnSpPr>
          <p:nvPr/>
        </p:nvCxnSpPr>
        <p:spPr>
          <a:xfrm>
            <a:off x="8936230" y="5539534"/>
            <a:ext cx="24117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ED8620F4-16A5-435B-85A3-C22CCCE803E6}"/>
              </a:ext>
            </a:extLst>
          </p:cNvPr>
          <p:cNvCxnSpPr>
            <a:cxnSpLocks/>
          </p:cNvCxnSpPr>
          <p:nvPr/>
        </p:nvCxnSpPr>
        <p:spPr>
          <a:xfrm flipV="1">
            <a:off x="9418588" y="5530009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5946165-3222-4A96-B4AE-C01CC1B1BBA7}"/>
              </a:ext>
            </a:extLst>
          </p:cNvPr>
          <p:cNvCxnSpPr>
            <a:cxnSpLocks/>
          </p:cNvCxnSpPr>
          <p:nvPr/>
        </p:nvCxnSpPr>
        <p:spPr>
          <a:xfrm>
            <a:off x="9177409" y="5930600"/>
            <a:ext cx="24117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835A8F7-9D3E-467F-B58B-BF9BD12C15A1}"/>
              </a:ext>
            </a:extLst>
          </p:cNvPr>
          <p:cNvCxnSpPr>
            <a:cxnSpLocks/>
          </p:cNvCxnSpPr>
          <p:nvPr/>
        </p:nvCxnSpPr>
        <p:spPr>
          <a:xfrm>
            <a:off x="9418588" y="5539534"/>
            <a:ext cx="172947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2FF893C-A045-4C6E-BF9B-49B38EBBC975}"/>
              </a:ext>
            </a:extLst>
          </p:cNvPr>
          <p:cNvCxnSpPr>
            <a:cxnSpLocks/>
          </p:cNvCxnSpPr>
          <p:nvPr/>
        </p:nvCxnSpPr>
        <p:spPr>
          <a:xfrm flipV="1">
            <a:off x="1241197" y="4062838"/>
            <a:ext cx="0" cy="197818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C1E1844-3591-49DE-BBC2-F045FF97FC3A}"/>
              </a:ext>
            </a:extLst>
          </p:cNvPr>
          <p:cNvCxnSpPr>
            <a:cxnSpLocks/>
          </p:cNvCxnSpPr>
          <p:nvPr/>
        </p:nvCxnSpPr>
        <p:spPr>
          <a:xfrm flipV="1">
            <a:off x="11148060" y="4062838"/>
            <a:ext cx="0" cy="197818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8E0F289F-1C11-41D9-B43C-7B5185AED1B4}"/>
              </a:ext>
            </a:extLst>
          </p:cNvPr>
          <p:cNvSpPr txBox="1"/>
          <p:nvPr/>
        </p:nvSpPr>
        <p:spPr>
          <a:xfrm>
            <a:off x="5441519" y="4106058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+ 8 * N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998F19B8-8A89-4D85-BBE7-BBA5E0ABF336}"/>
              </a:ext>
            </a:extLst>
          </p:cNvPr>
          <p:cNvCxnSpPr>
            <a:cxnSpLocks/>
            <a:stCxn id="177" idx="1"/>
          </p:cNvCxnSpPr>
          <p:nvPr/>
        </p:nvCxnSpPr>
        <p:spPr>
          <a:xfrm flipH="1">
            <a:off x="1241197" y="4275335"/>
            <a:ext cx="4200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B3197CD-4AE1-4139-AC8C-543D98BD041C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6506234" y="4275335"/>
            <a:ext cx="4641826" cy="8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956C691-3B48-4ADD-A234-77A25FFBC352}"/>
              </a:ext>
            </a:extLst>
          </p:cNvPr>
          <p:cNvCxnSpPr>
            <a:cxnSpLocks/>
          </p:cNvCxnSpPr>
          <p:nvPr/>
        </p:nvCxnSpPr>
        <p:spPr>
          <a:xfrm flipV="1">
            <a:off x="1564256" y="4908880"/>
            <a:ext cx="0" cy="1021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97D2120-523B-45A5-B6B4-E0DF74538AE3}"/>
              </a:ext>
            </a:extLst>
          </p:cNvPr>
          <p:cNvCxnSpPr>
            <a:cxnSpLocks/>
          </p:cNvCxnSpPr>
          <p:nvPr/>
        </p:nvCxnSpPr>
        <p:spPr>
          <a:xfrm flipV="1">
            <a:off x="4196041" y="5513034"/>
            <a:ext cx="1610460" cy="879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A89EAC5-86D9-47DC-8E9C-359A16AFA5F3}"/>
              </a:ext>
            </a:extLst>
          </p:cNvPr>
          <p:cNvCxnSpPr>
            <a:cxnSpLocks/>
          </p:cNvCxnSpPr>
          <p:nvPr/>
        </p:nvCxnSpPr>
        <p:spPr>
          <a:xfrm flipV="1">
            <a:off x="4000500" y="5513656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F0F0040-F469-4F92-BBAF-A1FDB362A986}"/>
              </a:ext>
            </a:extLst>
          </p:cNvPr>
          <p:cNvCxnSpPr>
            <a:cxnSpLocks/>
          </p:cNvCxnSpPr>
          <p:nvPr/>
        </p:nvCxnSpPr>
        <p:spPr>
          <a:xfrm>
            <a:off x="1564256" y="5530009"/>
            <a:ext cx="243624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A4F91E0-4DE6-44E7-B2E2-FD19B14D3058}"/>
              </a:ext>
            </a:extLst>
          </p:cNvPr>
          <p:cNvCxnSpPr>
            <a:cxnSpLocks/>
          </p:cNvCxnSpPr>
          <p:nvPr/>
        </p:nvCxnSpPr>
        <p:spPr>
          <a:xfrm flipH="1">
            <a:off x="4416398" y="5521832"/>
            <a:ext cx="2996" cy="4087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466FF46-D198-46F5-B71B-655F57B0B135}"/>
              </a:ext>
            </a:extLst>
          </p:cNvPr>
          <p:cNvCxnSpPr>
            <a:cxnSpLocks/>
          </p:cNvCxnSpPr>
          <p:nvPr/>
        </p:nvCxnSpPr>
        <p:spPr>
          <a:xfrm>
            <a:off x="4196041" y="4925233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914F9E2-DF61-4511-A6AB-1D27804E4890}"/>
              </a:ext>
            </a:extLst>
          </p:cNvPr>
          <p:cNvCxnSpPr>
            <a:cxnSpLocks/>
          </p:cNvCxnSpPr>
          <p:nvPr/>
        </p:nvCxnSpPr>
        <p:spPr>
          <a:xfrm>
            <a:off x="6897003" y="4908880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9B10B60-49EA-4389-9D0F-3E6D0F8D7448}"/>
              </a:ext>
            </a:extLst>
          </p:cNvPr>
          <p:cNvCxnSpPr>
            <a:cxnSpLocks/>
          </p:cNvCxnSpPr>
          <p:nvPr/>
        </p:nvCxnSpPr>
        <p:spPr>
          <a:xfrm>
            <a:off x="7935787" y="4913014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CB950CE-A890-4265-9AF7-82C4E140E9EE}"/>
              </a:ext>
            </a:extLst>
          </p:cNvPr>
          <p:cNvCxnSpPr>
            <a:cxnSpLocks/>
          </p:cNvCxnSpPr>
          <p:nvPr/>
        </p:nvCxnSpPr>
        <p:spPr>
          <a:xfrm>
            <a:off x="9177409" y="4933691"/>
            <a:ext cx="0" cy="9969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DA94C92-90AD-4600-AC85-22E3333C5846}"/>
              </a:ext>
            </a:extLst>
          </p:cNvPr>
          <p:cNvCxnSpPr>
            <a:cxnSpLocks/>
          </p:cNvCxnSpPr>
          <p:nvPr/>
        </p:nvCxnSpPr>
        <p:spPr>
          <a:xfrm>
            <a:off x="9663561" y="4941975"/>
            <a:ext cx="0" cy="9886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E48A4F98-B19A-4B48-BA9C-91EC04AD3918}"/>
              </a:ext>
            </a:extLst>
          </p:cNvPr>
          <p:cNvCxnSpPr>
            <a:cxnSpLocks/>
            <a:stCxn id="192" idx="1"/>
          </p:cNvCxnSpPr>
          <p:nvPr/>
        </p:nvCxnSpPr>
        <p:spPr>
          <a:xfrm flipH="1">
            <a:off x="1544152" y="5111252"/>
            <a:ext cx="9671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EA2A0703-C20A-440B-906F-FC3D7FD03CE8}"/>
              </a:ext>
            </a:extLst>
          </p:cNvPr>
          <p:cNvSpPr txBox="1"/>
          <p:nvPr/>
        </p:nvSpPr>
        <p:spPr>
          <a:xfrm>
            <a:off x="2511278" y="494197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6069DDE-C3DC-4C5A-9504-05124393256E}"/>
              </a:ext>
            </a:extLst>
          </p:cNvPr>
          <p:cNvSpPr txBox="1"/>
          <p:nvPr/>
        </p:nvSpPr>
        <p:spPr>
          <a:xfrm>
            <a:off x="6310364" y="494363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609FF1B-7AAC-4309-A18A-E405A5777B21}"/>
              </a:ext>
            </a:extLst>
          </p:cNvPr>
          <p:cNvSpPr txBox="1"/>
          <p:nvPr/>
        </p:nvSpPr>
        <p:spPr>
          <a:xfrm>
            <a:off x="8345586" y="494227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46D1709-6481-4C6C-847E-E0B55F5D857E}"/>
              </a:ext>
            </a:extLst>
          </p:cNvPr>
          <p:cNvSpPr txBox="1"/>
          <p:nvPr/>
        </p:nvSpPr>
        <p:spPr>
          <a:xfrm>
            <a:off x="9260817" y="481529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545129F-151A-455A-A74E-EEBCC3E576E8}"/>
              </a:ext>
            </a:extLst>
          </p:cNvPr>
          <p:cNvSpPr txBox="1"/>
          <p:nvPr/>
        </p:nvSpPr>
        <p:spPr>
          <a:xfrm>
            <a:off x="10262182" y="493791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4C51DA1-6D3F-4DEC-9152-F38DA8CBC0CD}"/>
              </a:ext>
            </a:extLst>
          </p:cNvPr>
          <p:cNvCxnSpPr>
            <a:cxnSpLocks/>
            <a:stCxn id="193" idx="1"/>
          </p:cNvCxnSpPr>
          <p:nvPr/>
        </p:nvCxnSpPr>
        <p:spPr>
          <a:xfrm flipH="1">
            <a:off x="5999403" y="5112913"/>
            <a:ext cx="3109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D2C0554B-97D3-44EA-A97C-5C4C64525EF0}"/>
              </a:ext>
            </a:extLst>
          </p:cNvPr>
          <p:cNvSpPr txBox="1"/>
          <p:nvPr/>
        </p:nvSpPr>
        <p:spPr>
          <a:xfrm>
            <a:off x="7092193" y="4941975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* 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C789232-629E-4BE6-8C77-37744B328A71}"/>
              </a:ext>
            </a:extLst>
          </p:cNvPr>
          <p:cNvCxnSpPr>
            <a:cxnSpLocks/>
            <a:stCxn id="194" idx="1"/>
          </p:cNvCxnSpPr>
          <p:nvPr/>
        </p:nvCxnSpPr>
        <p:spPr>
          <a:xfrm flipH="1">
            <a:off x="7946843" y="5111550"/>
            <a:ext cx="3987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9109B8F-A567-4840-8AAF-40372DBA1285}"/>
              </a:ext>
            </a:extLst>
          </p:cNvPr>
          <p:cNvCxnSpPr/>
          <p:nvPr/>
        </p:nvCxnSpPr>
        <p:spPr>
          <a:xfrm>
            <a:off x="9177409" y="5111252"/>
            <a:ext cx="471653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2BDCE78-D58E-49D5-AC6F-B54BE272B0E5}"/>
              </a:ext>
            </a:extLst>
          </p:cNvPr>
          <p:cNvCxnSpPr>
            <a:cxnSpLocks/>
            <a:stCxn id="196" idx="1"/>
          </p:cNvCxnSpPr>
          <p:nvPr/>
        </p:nvCxnSpPr>
        <p:spPr>
          <a:xfrm flipH="1">
            <a:off x="9663562" y="5107187"/>
            <a:ext cx="598620" cy="40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2C76480-2A20-48BD-8024-FF95281F4E29}"/>
              </a:ext>
            </a:extLst>
          </p:cNvPr>
          <p:cNvCxnSpPr>
            <a:cxnSpLocks/>
            <a:stCxn id="192" idx="3"/>
          </p:cNvCxnSpPr>
          <p:nvPr/>
        </p:nvCxnSpPr>
        <p:spPr>
          <a:xfrm>
            <a:off x="2901128" y="5111252"/>
            <a:ext cx="12949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CC0DD513-E318-408B-9C11-2E067A064F0E}"/>
              </a:ext>
            </a:extLst>
          </p:cNvPr>
          <p:cNvCxnSpPr>
            <a:cxnSpLocks/>
          </p:cNvCxnSpPr>
          <p:nvPr/>
        </p:nvCxnSpPr>
        <p:spPr>
          <a:xfrm flipV="1">
            <a:off x="6601785" y="5102968"/>
            <a:ext cx="295218" cy="82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B137FD65-CEF0-4CCE-9F5E-357549FEDFD8}"/>
              </a:ext>
            </a:extLst>
          </p:cNvPr>
          <p:cNvCxnSpPr>
            <a:cxnSpLocks/>
          </p:cNvCxnSpPr>
          <p:nvPr/>
        </p:nvCxnSpPr>
        <p:spPr>
          <a:xfrm>
            <a:off x="7699411" y="5111252"/>
            <a:ext cx="22239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C0FC342-4F12-40A0-B4EC-E5E6BA5007CF}"/>
              </a:ext>
            </a:extLst>
          </p:cNvPr>
          <p:cNvCxnSpPr>
            <a:cxnSpLocks/>
          </p:cNvCxnSpPr>
          <p:nvPr/>
        </p:nvCxnSpPr>
        <p:spPr>
          <a:xfrm>
            <a:off x="8683313" y="5111252"/>
            <a:ext cx="5085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C7DD024-61E6-4887-9456-F36E1A261A4E}"/>
              </a:ext>
            </a:extLst>
          </p:cNvPr>
          <p:cNvCxnSpPr>
            <a:cxnSpLocks/>
            <a:stCxn id="196" idx="3"/>
          </p:cNvCxnSpPr>
          <p:nvPr/>
        </p:nvCxnSpPr>
        <p:spPr>
          <a:xfrm>
            <a:off x="10549440" y="5107187"/>
            <a:ext cx="584121" cy="40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940CE77C-8371-4150-B0D1-0FB6A66888AB}"/>
              </a:ext>
            </a:extLst>
          </p:cNvPr>
          <p:cNvSpPr txBox="1"/>
          <p:nvPr/>
        </p:nvSpPr>
        <p:spPr>
          <a:xfrm>
            <a:off x="10166985" y="5608399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EOF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C5EA388-3E5C-4314-A582-0EAF9556D37B}"/>
              </a:ext>
            </a:extLst>
          </p:cNvPr>
          <p:cNvSpPr txBox="1"/>
          <p:nvPr/>
        </p:nvSpPr>
        <p:spPr>
          <a:xfrm>
            <a:off x="8213689" y="5559980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BC43DA4-6B96-478C-A130-972FF6C0D1E5}"/>
              </a:ext>
            </a:extLst>
          </p:cNvPr>
          <p:cNvSpPr txBox="1"/>
          <p:nvPr/>
        </p:nvSpPr>
        <p:spPr>
          <a:xfrm>
            <a:off x="8067439" y="6263917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4FEA118-232E-48CB-8246-832734F7CFBE}"/>
              </a:ext>
            </a:extLst>
          </p:cNvPr>
          <p:cNvSpPr txBox="1"/>
          <p:nvPr/>
        </p:nvSpPr>
        <p:spPr>
          <a:xfrm>
            <a:off x="2488836" y="5550180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6EE51C4-9985-4B22-BD5C-3F872C1D9ACA}"/>
              </a:ext>
            </a:extLst>
          </p:cNvPr>
          <p:cNvSpPr txBox="1"/>
          <p:nvPr/>
        </p:nvSpPr>
        <p:spPr>
          <a:xfrm>
            <a:off x="1945237" y="4570326"/>
            <a:ext cx="1697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Arbitration Field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DFB8CDD-A210-44E7-99AE-E28427F58002}"/>
              </a:ext>
            </a:extLst>
          </p:cNvPr>
          <p:cNvSpPr txBox="1"/>
          <p:nvPr/>
        </p:nvSpPr>
        <p:spPr>
          <a:xfrm>
            <a:off x="5896013" y="4560176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 Field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C11911F-6AF0-4859-AA80-6C4C32F260B5}"/>
              </a:ext>
            </a:extLst>
          </p:cNvPr>
          <p:cNvSpPr txBox="1"/>
          <p:nvPr/>
        </p:nvSpPr>
        <p:spPr>
          <a:xfrm>
            <a:off x="6915922" y="4566571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Field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8D13E8F-B5F4-4ABE-86D7-DBB7A9FC5B80}"/>
              </a:ext>
            </a:extLst>
          </p:cNvPr>
          <p:cNvSpPr txBox="1"/>
          <p:nvPr/>
        </p:nvSpPr>
        <p:spPr>
          <a:xfrm>
            <a:off x="7949382" y="4606038"/>
            <a:ext cx="1124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Field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1C197A8-A3F6-4FA5-A39F-BEA556B76A1B}"/>
              </a:ext>
            </a:extLst>
          </p:cNvPr>
          <p:cNvSpPr txBox="1"/>
          <p:nvPr/>
        </p:nvSpPr>
        <p:spPr>
          <a:xfrm>
            <a:off x="9012365" y="4569817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 Field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C67D263-9933-42BA-B538-2E2FD0120BA6}"/>
              </a:ext>
            </a:extLst>
          </p:cNvPr>
          <p:cNvSpPr txBox="1"/>
          <p:nvPr/>
        </p:nvSpPr>
        <p:spPr>
          <a:xfrm rot="16200000">
            <a:off x="949290" y="6188514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F7ED658-ECDC-4613-B0F2-75B2D2AFA2D3}"/>
              </a:ext>
            </a:extLst>
          </p:cNvPr>
          <p:cNvSpPr txBox="1"/>
          <p:nvPr/>
        </p:nvSpPr>
        <p:spPr>
          <a:xfrm rot="16200000">
            <a:off x="5458374" y="6182192"/>
            <a:ext cx="608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RTR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8E0744A9-6C46-4E6E-AF0D-5BDAB8BBE6E9}"/>
              </a:ext>
            </a:extLst>
          </p:cNvPr>
          <p:cNvSpPr txBox="1"/>
          <p:nvPr/>
        </p:nvSpPr>
        <p:spPr>
          <a:xfrm rot="16200000">
            <a:off x="3921767" y="616191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78E48A1-AB9E-4131-8888-39282F04CE6A}"/>
              </a:ext>
            </a:extLst>
          </p:cNvPr>
          <p:cNvSpPr txBox="1"/>
          <p:nvPr/>
        </p:nvSpPr>
        <p:spPr>
          <a:xfrm rot="16200000">
            <a:off x="5997085" y="6193982"/>
            <a:ext cx="378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4F77B4A-6958-43B5-833F-40D8DA7DBDD8}"/>
              </a:ext>
            </a:extLst>
          </p:cNvPr>
          <p:cNvSpPr txBox="1"/>
          <p:nvPr/>
        </p:nvSpPr>
        <p:spPr>
          <a:xfrm rot="16200000">
            <a:off x="8978039" y="617099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A0AFCBC-D690-4187-A0F9-0EA9540370CC}"/>
              </a:ext>
            </a:extLst>
          </p:cNvPr>
          <p:cNvSpPr txBox="1"/>
          <p:nvPr/>
        </p:nvSpPr>
        <p:spPr>
          <a:xfrm>
            <a:off x="592748" y="3628010"/>
            <a:ext cx="1944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- Frame Space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CB2C85DD-6B8D-460B-A414-85B074D7FEC8}"/>
              </a:ext>
            </a:extLst>
          </p:cNvPr>
          <p:cNvSpPr txBox="1"/>
          <p:nvPr/>
        </p:nvSpPr>
        <p:spPr>
          <a:xfrm>
            <a:off x="4416398" y="3579703"/>
            <a:ext cx="3124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 (Extended Identifier)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38D714C-7B18-4137-A958-B1DA3E36F9C9}"/>
              </a:ext>
            </a:extLst>
          </p:cNvPr>
          <p:cNvSpPr txBox="1"/>
          <p:nvPr/>
        </p:nvSpPr>
        <p:spPr>
          <a:xfrm>
            <a:off x="10046622" y="3432216"/>
            <a:ext cx="188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Inter-Frame Space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Overload Frame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DB91399-73A1-406F-9F16-1830525D2FD8}"/>
              </a:ext>
            </a:extLst>
          </p:cNvPr>
          <p:cNvCxnSpPr>
            <a:cxnSpLocks/>
          </p:cNvCxnSpPr>
          <p:nvPr/>
        </p:nvCxnSpPr>
        <p:spPr>
          <a:xfrm flipH="1">
            <a:off x="11148060" y="4283774"/>
            <a:ext cx="6534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7F37CF80-C8E2-414A-AFC0-EF97FAEB2419}"/>
              </a:ext>
            </a:extLst>
          </p:cNvPr>
          <p:cNvCxnSpPr>
            <a:cxnSpLocks/>
          </p:cNvCxnSpPr>
          <p:nvPr/>
        </p:nvCxnSpPr>
        <p:spPr>
          <a:xfrm>
            <a:off x="666750" y="4279908"/>
            <a:ext cx="5744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2DE895B6-ADC9-4B89-BA2E-9518F7650A11}"/>
              </a:ext>
            </a:extLst>
          </p:cNvPr>
          <p:cNvCxnSpPr>
            <a:cxnSpLocks/>
          </p:cNvCxnSpPr>
          <p:nvPr/>
        </p:nvCxnSpPr>
        <p:spPr>
          <a:xfrm flipH="1">
            <a:off x="6897003" y="5111252"/>
            <a:ext cx="2123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B1805220-B180-4F64-AAFE-9F44152112A0}"/>
              </a:ext>
            </a:extLst>
          </p:cNvPr>
          <p:cNvCxnSpPr>
            <a:cxnSpLocks/>
          </p:cNvCxnSpPr>
          <p:nvPr/>
        </p:nvCxnSpPr>
        <p:spPr>
          <a:xfrm>
            <a:off x="5976580" y="4925233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C286530-347D-4B53-9C11-29207E9D5009}"/>
              </a:ext>
            </a:extLst>
          </p:cNvPr>
          <p:cNvCxnSpPr>
            <a:cxnSpLocks/>
          </p:cNvCxnSpPr>
          <p:nvPr/>
        </p:nvCxnSpPr>
        <p:spPr>
          <a:xfrm>
            <a:off x="4416398" y="5936650"/>
            <a:ext cx="671716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CDB06F34-D168-4011-8B12-47E16CB79160}"/>
              </a:ext>
            </a:extLst>
          </p:cNvPr>
          <p:cNvCxnSpPr>
            <a:cxnSpLocks/>
          </p:cNvCxnSpPr>
          <p:nvPr/>
        </p:nvCxnSpPr>
        <p:spPr>
          <a:xfrm>
            <a:off x="6334995" y="5539534"/>
            <a:ext cx="260123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49FCE7CA-6EEB-4730-B64C-EAE00D351718}"/>
              </a:ext>
            </a:extLst>
          </p:cNvPr>
          <p:cNvCxnSpPr>
            <a:cxnSpLocks/>
          </p:cNvCxnSpPr>
          <p:nvPr/>
        </p:nvCxnSpPr>
        <p:spPr>
          <a:xfrm flipH="1">
            <a:off x="6320884" y="5513034"/>
            <a:ext cx="2996" cy="4087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F75A11C1-A705-41C7-8C1B-801E994AE91C}"/>
              </a:ext>
            </a:extLst>
          </p:cNvPr>
          <p:cNvCxnSpPr>
            <a:cxnSpLocks/>
          </p:cNvCxnSpPr>
          <p:nvPr/>
        </p:nvCxnSpPr>
        <p:spPr>
          <a:xfrm flipH="1">
            <a:off x="6151129" y="5513034"/>
            <a:ext cx="2996" cy="4087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B558EBFB-6774-4D76-ADF3-9AD97EF404DC}"/>
              </a:ext>
            </a:extLst>
          </p:cNvPr>
          <p:cNvCxnSpPr>
            <a:cxnSpLocks/>
          </p:cNvCxnSpPr>
          <p:nvPr/>
        </p:nvCxnSpPr>
        <p:spPr>
          <a:xfrm flipH="1">
            <a:off x="5777822" y="5513034"/>
            <a:ext cx="2996" cy="4087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150E8AF7-5261-4ED5-86C1-67BA92C4B3FA}"/>
              </a:ext>
            </a:extLst>
          </p:cNvPr>
          <p:cNvSpPr txBox="1"/>
          <p:nvPr/>
        </p:nvSpPr>
        <p:spPr>
          <a:xfrm rot="16200000">
            <a:off x="5774381" y="6181174"/>
            <a:ext cx="378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E18DEEB-9A9F-4654-B09B-66A148D379BA}"/>
              </a:ext>
            </a:extLst>
          </p:cNvPr>
          <p:cNvSpPr txBox="1"/>
          <p:nvPr/>
        </p:nvSpPr>
        <p:spPr>
          <a:xfrm rot="16200000">
            <a:off x="3621196" y="6112248"/>
            <a:ext cx="639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SRR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CAAD1F0-1BD6-4DB8-A58E-0D8F6F9DDADE}"/>
              </a:ext>
            </a:extLst>
          </p:cNvPr>
          <p:cNvSpPr txBox="1"/>
          <p:nvPr/>
        </p:nvSpPr>
        <p:spPr>
          <a:xfrm>
            <a:off x="4247070" y="4581433"/>
            <a:ext cx="1697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Arbitration Field</a:t>
            </a: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CA27E77E-BE6A-4156-9C5E-8C251E761B12}"/>
              </a:ext>
            </a:extLst>
          </p:cNvPr>
          <p:cNvCxnSpPr>
            <a:cxnSpLocks/>
          </p:cNvCxnSpPr>
          <p:nvPr/>
        </p:nvCxnSpPr>
        <p:spPr>
          <a:xfrm flipH="1">
            <a:off x="4196041" y="5111252"/>
            <a:ext cx="63375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8634CB44-87EF-4640-81AF-D65B4F9C9C35}"/>
              </a:ext>
            </a:extLst>
          </p:cNvPr>
          <p:cNvSpPr txBox="1"/>
          <p:nvPr/>
        </p:nvSpPr>
        <p:spPr>
          <a:xfrm>
            <a:off x="4865287" y="494244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01A31F44-A0B6-4928-ABF5-78DD09CDE2D9}"/>
              </a:ext>
            </a:extLst>
          </p:cNvPr>
          <p:cNvCxnSpPr>
            <a:cxnSpLocks/>
          </p:cNvCxnSpPr>
          <p:nvPr/>
        </p:nvCxnSpPr>
        <p:spPr>
          <a:xfrm>
            <a:off x="5272536" y="5111252"/>
            <a:ext cx="6724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57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BD4312-52D2-43D8-84A9-FD8544ECD21F}"/>
              </a:ext>
            </a:extLst>
          </p:cNvPr>
          <p:cNvCxnSpPr>
            <a:cxnSpLocks/>
          </p:cNvCxnSpPr>
          <p:nvPr/>
        </p:nvCxnSpPr>
        <p:spPr>
          <a:xfrm flipV="1">
            <a:off x="8118924" y="2097793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6ADE81-0E92-425A-B291-74D6A61A6328}"/>
              </a:ext>
            </a:extLst>
          </p:cNvPr>
          <p:cNvCxnSpPr>
            <a:cxnSpLocks/>
          </p:cNvCxnSpPr>
          <p:nvPr/>
        </p:nvCxnSpPr>
        <p:spPr>
          <a:xfrm flipV="1">
            <a:off x="8360103" y="2097793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EFB5E0-2BCC-4F3D-A6FE-665ABCCEF14A}"/>
              </a:ext>
            </a:extLst>
          </p:cNvPr>
          <p:cNvCxnSpPr>
            <a:cxnSpLocks/>
          </p:cNvCxnSpPr>
          <p:nvPr/>
        </p:nvCxnSpPr>
        <p:spPr>
          <a:xfrm>
            <a:off x="8118924" y="2107318"/>
            <a:ext cx="24117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CDD15F-9089-41A9-A10F-9E937A84B4B6}"/>
              </a:ext>
            </a:extLst>
          </p:cNvPr>
          <p:cNvCxnSpPr>
            <a:cxnSpLocks/>
          </p:cNvCxnSpPr>
          <p:nvPr/>
        </p:nvCxnSpPr>
        <p:spPr>
          <a:xfrm flipV="1">
            <a:off x="8601282" y="2097793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B6EDF3-0FB3-4110-AA13-0512B046221E}"/>
              </a:ext>
            </a:extLst>
          </p:cNvPr>
          <p:cNvCxnSpPr>
            <a:cxnSpLocks/>
          </p:cNvCxnSpPr>
          <p:nvPr/>
        </p:nvCxnSpPr>
        <p:spPr>
          <a:xfrm>
            <a:off x="8360103" y="2498384"/>
            <a:ext cx="24117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2814F5-2A13-4907-A4D2-FA74A15C9DF8}"/>
              </a:ext>
            </a:extLst>
          </p:cNvPr>
          <p:cNvCxnSpPr>
            <a:cxnSpLocks/>
          </p:cNvCxnSpPr>
          <p:nvPr/>
        </p:nvCxnSpPr>
        <p:spPr>
          <a:xfrm>
            <a:off x="8601282" y="2107318"/>
            <a:ext cx="172947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A4F4FF-43A7-47EC-8F7E-0B2669B666A7}"/>
              </a:ext>
            </a:extLst>
          </p:cNvPr>
          <p:cNvCxnSpPr>
            <a:cxnSpLocks/>
          </p:cNvCxnSpPr>
          <p:nvPr/>
        </p:nvCxnSpPr>
        <p:spPr>
          <a:xfrm flipV="1">
            <a:off x="2222272" y="636102"/>
            <a:ext cx="0" cy="197818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B29C8E-F64B-4953-9AC0-45271E71612C}"/>
              </a:ext>
            </a:extLst>
          </p:cNvPr>
          <p:cNvCxnSpPr>
            <a:cxnSpLocks/>
          </p:cNvCxnSpPr>
          <p:nvPr/>
        </p:nvCxnSpPr>
        <p:spPr>
          <a:xfrm flipV="1">
            <a:off x="10330754" y="630622"/>
            <a:ext cx="0" cy="197818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1DA19C-F29A-48DF-96EF-5EC8969A87B4}"/>
              </a:ext>
            </a:extLst>
          </p:cNvPr>
          <p:cNvSpPr txBox="1"/>
          <p:nvPr/>
        </p:nvSpPr>
        <p:spPr>
          <a:xfrm>
            <a:off x="6546798" y="67288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03C246-C695-4DBC-B3DF-57A717557EDC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222271" y="842164"/>
            <a:ext cx="4324527" cy="28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FD9350-5279-49C8-B2AB-5E3A55094ED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936648" y="842164"/>
            <a:ext cx="33796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C86290-6E30-42F9-81FF-B402BF08254B}"/>
              </a:ext>
            </a:extLst>
          </p:cNvPr>
          <p:cNvCxnSpPr>
            <a:cxnSpLocks/>
          </p:cNvCxnSpPr>
          <p:nvPr/>
        </p:nvCxnSpPr>
        <p:spPr>
          <a:xfrm flipV="1">
            <a:off x="2545331" y="1482144"/>
            <a:ext cx="0" cy="1021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4E56A6-E67A-468E-8F96-DA72FF738CD2}"/>
              </a:ext>
            </a:extLst>
          </p:cNvPr>
          <p:cNvCxnSpPr>
            <a:cxnSpLocks/>
          </p:cNvCxnSpPr>
          <p:nvPr/>
        </p:nvCxnSpPr>
        <p:spPr>
          <a:xfrm flipV="1">
            <a:off x="5446446" y="2097793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483B82-A06D-43D9-8626-4E9D2828D2E2}"/>
              </a:ext>
            </a:extLst>
          </p:cNvPr>
          <p:cNvCxnSpPr>
            <a:cxnSpLocks/>
          </p:cNvCxnSpPr>
          <p:nvPr/>
        </p:nvCxnSpPr>
        <p:spPr>
          <a:xfrm flipV="1">
            <a:off x="4981575" y="2086920"/>
            <a:ext cx="0" cy="4169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982611-D1B6-4F4C-A6F1-6246D6DD4FEB}"/>
              </a:ext>
            </a:extLst>
          </p:cNvPr>
          <p:cNvCxnSpPr>
            <a:cxnSpLocks/>
          </p:cNvCxnSpPr>
          <p:nvPr/>
        </p:nvCxnSpPr>
        <p:spPr>
          <a:xfrm>
            <a:off x="2545331" y="2103273"/>
            <a:ext cx="257480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7E30BC-50D3-4A22-AD66-5650CA8EFB8B}"/>
              </a:ext>
            </a:extLst>
          </p:cNvPr>
          <p:cNvCxnSpPr>
            <a:cxnSpLocks/>
          </p:cNvCxnSpPr>
          <p:nvPr/>
        </p:nvCxnSpPr>
        <p:spPr>
          <a:xfrm>
            <a:off x="5267644" y="2086920"/>
            <a:ext cx="0" cy="4023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0CCDBF-FBDD-46CB-97A9-55789B538F08}"/>
              </a:ext>
            </a:extLst>
          </p:cNvPr>
          <p:cNvCxnSpPr>
            <a:cxnSpLocks/>
          </p:cNvCxnSpPr>
          <p:nvPr/>
        </p:nvCxnSpPr>
        <p:spPr>
          <a:xfrm>
            <a:off x="5120136" y="1482144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8168B6-F8D7-4766-A48D-E61A52328B5C}"/>
              </a:ext>
            </a:extLst>
          </p:cNvPr>
          <p:cNvCxnSpPr>
            <a:cxnSpLocks/>
          </p:cNvCxnSpPr>
          <p:nvPr/>
        </p:nvCxnSpPr>
        <p:spPr>
          <a:xfrm>
            <a:off x="6264980" y="1467582"/>
            <a:ext cx="0" cy="1021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B8EC27-1C64-415A-81D2-57AD374AC484}"/>
              </a:ext>
            </a:extLst>
          </p:cNvPr>
          <p:cNvCxnSpPr>
            <a:cxnSpLocks/>
          </p:cNvCxnSpPr>
          <p:nvPr/>
        </p:nvCxnSpPr>
        <p:spPr>
          <a:xfrm>
            <a:off x="8360103" y="1501475"/>
            <a:ext cx="0" cy="9969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16C81-7417-4AD6-BAE2-91A10656CA7A}"/>
              </a:ext>
            </a:extLst>
          </p:cNvPr>
          <p:cNvCxnSpPr>
            <a:cxnSpLocks/>
          </p:cNvCxnSpPr>
          <p:nvPr/>
        </p:nvCxnSpPr>
        <p:spPr>
          <a:xfrm>
            <a:off x="8846255" y="1509759"/>
            <a:ext cx="0" cy="9886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35F240-2832-4516-B7D7-095AEF2BFE00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525227" y="1684516"/>
            <a:ext cx="9671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89A6EA-54EA-4BA6-BEC9-6A7F4239EA0E}"/>
              </a:ext>
            </a:extLst>
          </p:cNvPr>
          <p:cNvSpPr txBox="1"/>
          <p:nvPr/>
        </p:nvSpPr>
        <p:spPr>
          <a:xfrm>
            <a:off x="3492353" y="151523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EBA370-0729-4E47-9199-4F8B99F5C879}"/>
              </a:ext>
            </a:extLst>
          </p:cNvPr>
          <p:cNvSpPr txBox="1"/>
          <p:nvPr/>
        </p:nvSpPr>
        <p:spPr>
          <a:xfrm>
            <a:off x="5523609" y="150695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4BF7A8-DE96-4CC2-B044-AE88CC78694A}"/>
              </a:ext>
            </a:extLst>
          </p:cNvPr>
          <p:cNvSpPr txBox="1"/>
          <p:nvPr/>
        </p:nvSpPr>
        <p:spPr>
          <a:xfrm>
            <a:off x="7129537" y="150975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34284D-0CD8-4457-85F3-12F31D7BFFB9}"/>
              </a:ext>
            </a:extLst>
          </p:cNvPr>
          <p:cNvSpPr txBox="1"/>
          <p:nvPr/>
        </p:nvSpPr>
        <p:spPr>
          <a:xfrm>
            <a:off x="8443511" y="138308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4CA3F9-3251-499E-981F-5CEC9732F791}"/>
              </a:ext>
            </a:extLst>
          </p:cNvPr>
          <p:cNvSpPr txBox="1"/>
          <p:nvPr/>
        </p:nvSpPr>
        <p:spPr>
          <a:xfrm>
            <a:off x="9444876" y="150569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5AC159-210E-4E9D-A4E0-810135774327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130695" y="1676232"/>
            <a:ext cx="392914" cy="82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C475FB-3772-481F-9E88-07F91478333F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264980" y="1679036"/>
            <a:ext cx="8645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19E84E-DA5F-4EAB-9DBA-7DD054160C27}"/>
              </a:ext>
            </a:extLst>
          </p:cNvPr>
          <p:cNvCxnSpPr/>
          <p:nvPr/>
        </p:nvCxnSpPr>
        <p:spPr>
          <a:xfrm>
            <a:off x="8360103" y="1679036"/>
            <a:ext cx="471653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174489D-F9F8-4317-87A9-E2DA6A20915E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8846256" y="1674971"/>
            <a:ext cx="598620" cy="40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640ED1-F96A-4D13-9729-FA581A2086C6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882203" y="1684516"/>
            <a:ext cx="12234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86D67C-715B-4820-B546-D3B23A4E3E2C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810867" y="1676232"/>
            <a:ext cx="458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3F1948-5C31-498A-AF3A-C9AC3C3FCAB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519387" y="1679036"/>
            <a:ext cx="8552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9DF48B-29CF-46DD-8775-29C750676CB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9732134" y="1674971"/>
            <a:ext cx="584121" cy="40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6E7C50D-7012-436F-BCA8-0708C6E92104}"/>
              </a:ext>
            </a:extLst>
          </p:cNvPr>
          <p:cNvSpPr txBox="1"/>
          <p:nvPr/>
        </p:nvSpPr>
        <p:spPr>
          <a:xfrm>
            <a:off x="9349679" y="2176183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62CC1C-5506-488E-97B7-F15CDD3823AA}"/>
              </a:ext>
            </a:extLst>
          </p:cNvPr>
          <p:cNvSpPr txBox="1"/>
          <p:nvPr/>
        </p:nvSpPr>
        <p:spPr>
          <a:xfrm>
            <a:off x="6900467" y="2126115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33FAEB-7206-4B78-AB78-A75F40AC0361}"/>
              </a:ext>
            </a:extLst>
          </p:cNvPr>
          <p:cNvSpPr txBox="1"/>
          <p:nvPr/>
        </p:nvSpPr>
        <p:spPr>
          <a:xfrm>
            <a:off x="5547776" y="2123444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F3331C-1B64-48F7-BA71-664EEB99E7C6}"/>
              </a:ext>
            </a:extLst>
          </p:cNvPr>
          <p:cNvSpPr txBox="1"/>
          <p:nvPr/>
        </p:nvSpPr>
        <p:spPr>
          <a:xfrm>
            <a:off x="3469911" y="212344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7EB5CC-DB07-4C8C-BE77-00967636E8B6}"/>
              </a:ext>
            </a:extLst>
          </p:cNvPr>
          <p:cNvSpPr txBox="1"/>
          <p:nvPr/>
        </p:nvSpPr>
        <p:spPr>
          <a:xfrm>
            <a:off x="2926312" y="1143590"/>
            <a:ext cx="1697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Arbitration Field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B52DFC-3000-455B-8C88-42282538428E}"/>
              </a:ext>
            </a:extLst>
          </p:cNvPr>
          <p:cNvSpPr txBox="1"/>
          <p:nvPr/>
        </p:nvSpPr>
        <p:spPr>
          <a:xfrm>
            <a:off x="5177116" y="1143500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 Field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C60A2F-4862-4E83-856B-A96402AE6DD1}"/>
              </a:ext>
            </a:extLst>
          </p:cNvPr>
          <p:cNvSpPr txBox="1"/>
          <p:nvPr/>
        </p:nvSpPr>
        <p:spPr>
          <a:xfrm>
            <a:off x="6764993" y="1136112"/>
            <a:ext cx="1124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Field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91C17C-2839-4EC7-9505-1BE46FB352F6}"/>
              </a:ext>
            </a:extLst>
          </p:cNvPr>
          <p:cNvSpPr txBox="1"/>
          <p:nvPr/>
        </p:nvSpPr>
        <p:spPr>
          <a:xfrm>
            <a:off x="8033916" y="1136112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 Field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353B12-C3FB-41A0-BB4F-E62196102483}"/>
              </a:ext>
            </a:extLst>
          </p:cNvPr>
          <p:cNvSpPr txBox="1"/>
          <p:nvPr/>
        </p:nvSpPr>
        <p:spPr>
          <a:xfrm rot="16200000">
            <a:off x="1930365" y="276177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0D934F-D881-4B98-802C-4D004C82C633}"/>
              </a:ext>
            </a:extLst>
          </p:cNvPr>
          <p:cNvSpPr txBox="1"/>
          <p:nvPr/>
        </p:nvSpPr>
        <p:spPr>
          <a:xfrm rot="16200000">
            <a:off x="4632047" y="2735177"/>
            <a:ext cx="608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2409FE-A782-4177-B7D6-0172CB3BCFB5}"/>
              </a:ext>
            </a:extLst>
          </p:cNvPr>
          <p:cNvSpPr txBox="1"/>
          <p:nvPr/>
        </p:nvSpPr>
        <p:spPr>
          <a:xfrm rot="16200000">
            <a:off x="4902842" y="2735177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6A2CDF-B53C-4556-9BA4-A4C43C384733}"/>
              </a:ext>
            </a:extLst>
          </p:cNvPr>
          <p:cNvSpPr txBox="1"/>
          <p:nvPr/>
        </p:nvSpPr>
        <p:spPr>
          <a:xfrm rot="16200000">
            <a:off x="5247606" y="2718825"/>
            <a:ext cx="378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C4202E-96C5-499B-89BB-DC878F42DB84}"/>
              </a:ext>
            </a:extLst>
          </p:cNvPr>
          <p:cNvSpPr txBox="1"/>
          <p:nvPr/>
        </p:nvSpPr>
        <p:spPr>
          <a:xfrm rot="16200000">
            <a:off x="8160733" y="273878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782A3D-7732-471F-9CE9-5C78AE1F3568}"/>
              </a:ext>
            </a:extLst>
          </p:cNvPr>
          <p:cNvSpPr txBox="1"/>
          <p:nvPr/>
        </p:nvSpPr>
        <p:spPr>
          <a:xfrm>
            <a:off x="1573823" y="201274"/>
            <a:ext cx="1944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- Frame Space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58CFFB-368A-4BB1-84AE-08A7DDFACA87}"/>
              </a:ext>
            </a:extLst>
          </p:cNvPr>
          <p:cNvSpPr txBox="1"/>
          <p:nvPr/>
        </p:nvSpPr>
        <p:spPr>
          <a:xfrm>
            <a:off x="5397473" y="152967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Remote Frame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9C7971-ED1C-4CFA-9E24-E32D64F481B2}"/>
              </a:ext>
            </a:extLst>
          </p:cNvPr>
          <p:cNvSpPr txBox="1"/>
          <p:nvPr/>
        </p:nvSpPr>
        <p:spPr>
          <a:xfrm>
            <a:off x="9229316" y="0"/>
            <a:ext cx="1944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- Frame Space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Overload Frame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D8D037E-14E2-4C3B-AF09-3D3632896CBB}"/>
              </a:ext>
            </a:extLst>
          </p:cNvPr>
          <p:cNvCxnSpPr>
            <a:cxnSpLocks/>
          </p:cNvCxnSpPr>
          <p:nvPr/>
        </p:nvCxnSpPr>
        <p:spPr>
          <a:xfrm flipH="1">
            <a:off x="10330754" y="842164"/>
            <a:ext cx="6534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335FAB8-B324-4464-B38A-6DC88E872D80}"/>
              </a:ext>
            </a:extLst>
          </p:cNvPr>
          <p:cNvCxnSpPr>
            <a:cxnSpLocks/>
          </p:cNvCxnSpPr>
          <p:nvPr/>
        </p:nvCxnSpPr>
        <p:spPr>
          <a:xfrm>
            <a:off x="1647825" y="857038"/>
            <a:ext cx="5744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2DC8F37-321B-4115-AD36-774712551427}"/>
              </a:ext>
            </a:extLst>
          </p:cNvPr>
          <p:cNvCxnSpPr>
            <a:cxnSpLocks/>
          </p:cNvCxnSpPr>
          <p:nvPr/>
        </p:nvCxnSpPr>
        <p:spPr>
          <a:xfrm>
            <a:off x="5438775" y="2107318"/>
            <a:ext cx="268014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B796AC-3169-49DD-B81B-D5EA554DC0FB}"/>
              </a:ext>
            </a:extLst>
          </p:cNvPr>
          <p:cNvCxnSpPr>
            <a:cxnSpLocks/>
          </p:cNvCxnSpPr>
          <p:nvPr/>
        </p:nvCxnSpPr>
        <p:spPr>
          <a:xfrm>
            <a:off x="2204950" y="2489302"/>
            <a:ext cx="279230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1EEE00-7DBD-4036-8FA3-32D8C351B954}"/>
              </a:ext>
            </a:extLst>
          </p:cNvPr>
          <p:cNvCxnSpPr>
            <a:cxnSpLocks/>
          </p:cNvCxnSpPr>
          <p:nvPr/>
        </p:nvCxnSpPr>
        <p:spPr>
          <a:xfrm>
            <a:off x="5120136" y="2498384"/>
            <a:ext cx="299878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6F75B46-CE7C-4BE0-9A9F-5A80AA193A50}"/>
              </a:ext>
            </a:extLst>
          </p:cNvPr>
          <p:cNvCxnSpPr>
            <a:cxnSpLocks/>
          </p:cNvCxnSpPr>
          <p:nvPr/>
        </p:nvCxnSpPr>
        <p:spPr>
          <a:xfrm flipV="1">
            <a:off x="4048939" y="4049003"/>
            <a:ext cx="0" cy="162719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B4AB4F-A685-4954-AD53-D0E55CD70040}"/>
              </a:ext>
            </a:extLst>
          </p:cNvPr>
          <p:cNvCxnSpPr>
            <a:cxnSpLocks/>
          </p:cNvCxnSpPr>
          <p:nvPr/>
        </p:nvCxnSpPr>
        <p:spPr>
          <a:xfrm flipV="1">
            <a:off x="5839578" y="4790372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A1C1C87-B50C-417D-ABA5-D5F536EBBC0A}"/>
              </a:ext>
            </a:extLst>
          </p:cNvPr>
          <p:cNvCxnSpPr>
            <a:cxnSpLocks/>
          </p:cNvCxnSpPr>
          <p:nvPr/>
        </p:nvCxnSpPr>
        <p:spPr>
          <a:xfrm>
            <a:off x="4048939" y="5666673"/>
            <a:ext cx="179063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8A49DF-B31E-473C-AA36-D33723B3B9F9}"/>
              </a:ext>
            </a:extLst>
          </p:cNvPr>
          <p:cNvCxnSpPr>
            <a:cxnSpLocks/>
          </p:cNvCxnSpPr>
          <p:nvPr/>
        </p:nvCxnSpPr>
        <p:spPr>
          <a:xfrm flipV="1">
            <a:off x="4925178" y="4790372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752E91D-C152-4FD9-AF92-374B7C2A00D6}"/>
              </a:ext>
            </a:extLst>
          </p:cNvPr>
          <p:cNvCxnSpPr>
            <a:cxnSpLocks/>
          </p:cNvCxnSpPr>
          <p:nvPr/>
        </p:nvCxnSpPr>
        <p:spPr>
          <a:xfrm>
            <a:off x="5839578" y="5199948"/>
            <a:ext cx="14361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FE5E7F-2FF6-44C9-BE07-723D31894BC0}"/>
              </a:ext>
            </a:extLst>
          </p:cNvPr>
          <p:cNvCxnSpPr>
            <a:cxnSpLocks/>
          </p:cNvCxnSpPr>
          <p:nvPr/>
        </p:nvCxnSpPr>
        <p:spPr>
          <a:xfrm flipV="1">
            <a:off x="7275716" y="4022001"/>
            <a:ext cx="0" cy="1654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47E0825-933E-4212-8077-45376B1A9DA8}"/>
              </a:ext>
            </a:extLst>
          </p:cNvPr>
          <p:cNvCxnSpPr>
            <a:cxnSpLocks/>
            <a:stCxn id="100" idx="1"/>
          </p:cNvCxnSpPr>
          <p:nvPr/>
        </p:nvCxnSpPr>
        <p:spPr>
          <a:xfrm flipH="1">
            <a:off x="4080000" y="4997016"/>
            <a:ext cx="2845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BB31B92-382A-4D95-9C22-B2E83001CAE0}"/>
              </a:ext>
            </a:extLst>
          </p:cNvPr>
          <p:cNvCxnSpPr>
            <a:cxnSpLocks/>
            <a:stCxn id="101" idx="1"/>
          </p:cNvCxnSpPr>
          <p:nvPr/>
        </p:nvCxnSpPr>
        <p:spPr>
          <a:xfrm flipH="1">
            <a:off x="4920086" y="4997016"/>
            <a:ext cx="32467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92A676A-B49B-4B3D-89D7-9037BE1BDE6E}"/>
              </a:ext>
            </a:extLst>
          </p:cNvPr>
          <p:cNvCxnSpPr>
            <a:cxnSpLocks/>
            <a:stCxn id="114" idx="1"/>
          </p:cNvCxnSpPr>
          <p:nvPr/>
        </p:nvCxnSpPr>
        <p:spPr>
          <a:xfrm flipH="1">
            <a:off x="5861787" y="5003366"/>
            <a:ext cx="5926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D13C564-978A-48C3-9B0F-C4E380A8E36B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4651853" y="4997016"/>
            <a:ext cx="2682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E00CC5F-4BB8-4C54-A474-A94495094238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5532020" y="4997016"/>
            <a:ext cx="3024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E24727B-7608-4820-B78A-FFE55352C8D8}"/>
              </a:ext>
            </a:extLst>
          </p:cNvPr>
          <p:cNvCxnSpPr>
            <a:cxnSpLocks/>
            <a:stCxn id="114" idx="3"/>
          </p:cNvCxnSpPr>
          <p:nvPr/>
        </p:nvCxnSpPr>
        <p:spPr>
          <a:xfrm>
            <a:off x="6741723" y="5003366"/>
            <a:ext cx="5339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0C06242-E7BB-4B18-8175-4703384A3916}"/>
              </a:ext>
            </a:extLst>
          </p:cNvPr>
          <p:cNvSpPr txBox="1"/>
          <p:nvPr/>
        </p:nvSpPr>
        <p:spPr>
          <a:xfrm>
            <a:off x="4364595" y="4827739"/>
            <a:ext cx="287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408DED-56BA-4612-9CF1-DE9E1C75AE3F}"/>
              </a:ext>
            </a:extLst>
          </p:cNvPr>
          <p:cNvSpPr txBox="1"/>
          <p:nvPr/>
        </p:nvSpPr>
        <p:spPr>
          <a:xfrm>
            <a:off x="5244762" y="482773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BD7CD87-F6EE-42E9-A1D0-82051294D18C}"/>
              </a:ext>
            </a:extLst>
          </p:cNvPr>
          <p:cNvSpPr txBox="1"/>
          <p:nvPr/>
        </p:nvSpPr>
        <p:spPr>
          <a:xfrm>
            <a:off x="6454465" y="483408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DF3168F-09F2-4669-9B7D-5FF267094459}"/>
              </a:ext>
            </a:extLst>
          </p:cNvPr>
          <p:cNvCxnSpPr>
            <a:cxnSpLocks/>
          </p:cNvCxnSpPr>
          <p:nvPr/>
        </p:nvCxnSpPr>
        <p:spPr>
          <a:xfrm>
            <a:off x="4044698" y="4281311"/>
            <a:ext cx="3226777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E0B43B9-B4B3-4522-A378-68304E01B178}"/>
              </a:ext>
            </a:extLst>
          </p:cNvPr>
          <p:cNvCxnSpPr>
            <a:cxnSpLocks/>
          </p:cNvCxnSpPr>
          <p:nvPr/>
        </p:nvCxnSpPr>
        <p:spPr>
          <a:xfrm flipH="1">
            <a:off x="7271476" y="4281311"/>
            <a:ext cx="10127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DDDC9A-C00E-4943-9114-151EE2D3CEA3}"/>
              </a:ext>
            </a:extLst>
          </p:cNvPr>
          <p:cNvCxnSpPr>
            <a:cxnSpLocks/>
          </p:cNvCxnSpPr>
          <p:nvPr/>
        </p:nvCxnSpPr>
        <p:spPr>
          <a:xfrm>
            <a:off x="3470252" y="4281311"/>
            <a:ext cx="5744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C05AD34-182F-4C85-8BA1-E6488ABD72E1}"/>
              </a:ext>
            </a:extLst>
          </p:cNvPr>
          <p:cNvSpPr txBox="1"/>
          <p:nvPr/>
        </p:nvSpPr>
        <p:spPr>
          <a:xfrm>
            <a:off x="7343341" y="3696993"/>
            <a:ext cx="1944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- Frame Space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Overload Frame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AA46E3A-BE53-4ABD-9B46-897C5E781EE7}"/>
              </a:ext>
            </a:extLst>
          </p:cNvPr>
          <p:cNvSpPr txBox="1"/>
          <p:nvPr/>
        </p:nvSpPr>
        <p:spPr>
          <a:xfrm>
            <a:off x="2525227" y="3723995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 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Frame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FE16639-675D-46DB-8CD6-F5EB12CD6079}"/>
              </a:ext>
            </a:extLst>
          </p:cNvPr>
          <p:cNvSpPr txBox="1"/>
          <p:nvPr/>
        </p:nvSpPr>
        <p:spPr>
          <a:xfrm>
            <a:off x="4799887" y="3865331"/>
            <a:ext cx="1323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Frame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3ED9BD0-9972-4E8E-BF02-CA72EDC32D68}"/>
              </a:ext>
            </a:extLst>
          </p:cNvPr>
          <p:cNvSpPr txBox="1"/>
          <p:nvPr/>
        </p:nvSpPr>
        <p:spPr>
          <a:xfrm>
            <a:off x="4222297" y="4351360"/>
            <a:ext cx="693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4ED623-396A-444E-837A-29CA1C99CD3A}"/>
              </a:ext>
            </a:extLst>
          </p:cNvPr>
          <p:cNvSpPr txBox="1"/>
          <p:nvPr/>
        </p:nvSpPr>
        <p:spPr>
          <a:xfrm>
            <a:off x="5079654" y="4351360"/>
            <a:ext cx="628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2BA48C7-ABA1-47A8-803C-429785DA80A5}"/>
              </a:ext>
            </a:extLst>
          </p:cNvPr>
          <p:cNvSpPr txBox="1"/>
          <p:nvPr/>
        </p:nvSpPr>
        <p:spPr>
          <a:xfrm>
            <a:off x="6091660" y="4319912"/>
            <a:ext cx="1019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</a:t>
            </a:r>
          </a:p>
        </p:txBody>
      </p:sp>
    </p:spTree>
    <p:extLst>
      <p:ext uri="{BB962C8B-B14F-4D97-AF65-F5344CB8AC3E}">
        <p14:creationId xmlns:p14="http://schemas.microsoft.com/office/powerpoint/2010/main" val="408086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20ACE6-D133-45B9-BBEF-2ABC59DA1A27}"/>
              </a:ext>
            </a:extLst>
          </p:cNvPr>
          <p:cNvCxnSpPr>
            <a:cxnSpLocks/>
          </p:cNvCxnSpPr>
          <p:nvPr/>
        </p:nvCxnSpPr>
        <p:spPr>
          <a:xfrm flipV="1">
            <a:off x="4239439" y="1316901"/>
            <a:ext cx="0" cy="1654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5E16C7-5150-4BB7-89BA-2D4B7F7E0ABD}"/>
              </a:ext>
            </a:extLst>
          </p:cNvPr>
          <p:cNvCxnSpPr>
            <a:cxnSpLocks/>
          </p:cNvCxnSpPr>
          <p:nvPr/>
        </p:nvCxnSpPr>
        <p:spPr>
          <a:xfrm flipV="1">
            <a:off x="6030078" y="2085272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1C3A00-4EF2-42B8-A22A-3014C0688391}"/>
              </a:ext>
            </a:extLst>
          </p:cNvPr>
          <p:cNvCxnSpPr>
            <a:cxnSpLocks/>
          </p:cNvCxnSpPr>
          <p:nvPr/>
        </p:nvCxnSpPr>
        <p:spPr>
          <a:xfrm>
            <a:off x="4239439" y="2961573"/>
            <a:ext cx="179063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8B39FD-DE98-42E1-A2D7-18935554A11C}"/>
              </a:ext>
            </a:extLst>
          </p:cNvPr>
          <p:cNvCxnSpPr>
            <a:cxnSpLocks/>
          </p:cNvCxnSpPr>
          <p:nvPr/>
        </p:nvCxnSpPr>
        <p:spPr>
          <a:xfrm flipV="1">
            <a:off x="4673234" y="2085272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1517A2-79D1-4BC4-A633-E7FF95AB65F3}"/>
              </a:ext>
            </a:extLst>
          </p:cNvPr>
          <p:cNvCxnSpPr>
            <a:cxnSpLocks/>
          </p:cNvCxnSpPr>
          <p:nvPr/>
        </p:nvCxnSpPr>
        <p:spPr>
          <a:xfrm>
            <a:off x="6024986" y="2951346"/>
            <a:ext cx="14361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337891-0AFB-446C-B2C5-58DF2F02203D}"/>
              </a:ext>
            </a:extLst>
          </p:cNvPr>
          <p:cNvCxnSpPr>
            <a:cxnSpLocks/>
          </p:cNvCxnSpPr>
          <p:nvPr/>
        </p:nvCxnSpPr>
        <p:spPr>
          <a:xfrm flipV="1">
            <a:off x="7466216" y="1316901"/>
            <a:ext cx="0" cy="1654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8E92DF-7D9D-45B9-BA18-458339726CEA}"/>
              </a:ext>
            </a:extLst>
          </p:cNvPr>
          <p:cNvCxnSpPr>
            <a:cxnSpLocks/>
          </p:cNvCxnSpPr>
          <p:nvPr/>
        </p:nvCxnSpPr>
        <p:spPr>
          <a:xfrm flipH="1">
            <a:off x="4673234" y="2291916"/>
            <a:ext cx="5135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8C9FAD-2623-4645-BE6E-5CA0B0C3970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052287" y="2298266"/>
            <a:ext cx="5926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5F3797-E971-4A79-BBB2-95EDD6A2431C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494486" y="2291096"/>
            <a:ext cx="5305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463F33-4AC0-48DD-A917-90229F4685B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6932223" y="2298266"/>
            <a:ext cx="5339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05F39E-012E-41B9-B7DF-D737E55F2EC3}"/>
              </a:ext>
            </a:extLst>
          </p:cNvPr>
          <p:cNvSpPr txBox="1"/>
          <p:nvPr/>
        </p:nvSpPr>
        <p:spPr>
          <a:xfrm>
            <a:off x="4319143" y="1981477"/>
            <a:ext cx="287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0469A-C056-4981-88B9-CF445FF67E43}"/>
              </a:ext>
            </a:extLst>
          </p:cNvPr>
          <p:cNvSpPr txBox="1"/>
          <p:nvPr/>
        </p:nvSpPr>
        <p:spPr>
          <a:xfrm>
            <a:off x="5207228" y="212181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44D920-7BCB-4517-84CB-00D93B26DBC5}"/>
              </a:ext>
            </a:extLst>
          </p:cNvPr>
          <p:cNvSpPr txBox="1"/>
          <p:nvPr/>
        </p:nvSpPr>
        <p:spPr>
          <a:xfrm>
            <a:off x="6644965" y="212898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705D96-FDDB-4821-898C-EEE4B907C0B6}"/>
              </a:ext>
            </a:extLst>
          </p:cNvPr>
          <p:cNvCxnSpPr>
            <a:cxnSpLocks/>
          </p:cNvCxnSpPr>
          <p:nvPr/>
        </p:nvCxnSpPr>
        <p:spPr>
          <a:xfrm>
            <a:off x="4239439" y="1567083"/>
            <a:ext cx="3226777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8D6086-9B61-4368-B776-DCF91976B457}"/>
              </a:ext>
            </a:extLst>
          </p:cNvPr>
          <p:cNvCxnSpPr>
            <a:cxnSpLocks/>
          </p:cNvCxnSpPr>
          <p:nvPr/>
        </p:nvCxnSpPr>
        <p:spPr>
          <a:xfrm flipH="1">
            <a:off x="7466217" y="1567083"/>
            <a:ext cx="10127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B258D6-56FB-48FA-B4AD-4829FE4083B7}"/>
              </a:ext>
            </a:extLst>
          </p:cNvPr>
          <p:cNvCxnSpPr>
            <a:cxnSpLocks/>
          </p:cNvCxnSpPr>
          <p:nvPr/>
        </p:nvCxnSpPr>
        <p:spPr>
          <a:xfrm>
            <a:off x="3664993" y="1567083"/>
            <a:ext cx="5744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BEF338-2313-4B91-B498-698542F93554}"/>
              </a:ext>
            </a:extLst>
          </p:cNvPr>
          <p:cNvSpPr txBox="1"/>
          <p:nvPr/>
        </p:nvSpPr>
        <p:spPr>
          <a:xfrm>
            <a:off x="7538082" y="982765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 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Frame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F30F00-73F3-49C7-BE7C-E1F5BE96EA9A}"/>
              </a:ext>
            </a:extLst>
          </p:cNvPr>
          <p:cNvSpPr txBox="1"/>
          <p:nvPr/>
        </p:nvSpPr>
        <p:spPr>
          <a:xfrm>
            <a:off x="3021773" y="1222073"/>
            <a:ext cx="118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Frame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B0E076-6353-427D-8110-89805A90F631}"/>
              </a:ext>
            </a:extLst>
          </p:cNvPr>
          <p:cNvSpPr txBox="1"/>
          <p:nvPr/>
        </p:nvSpPr>
        <p:spPr>
          <a:xfrm>
            <a:off x="4994628" y="1151103"/>
            <a:ext cx="19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– Frame Space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329133-F94D-4A78-A4F6-4B2494610E80}"/>
              </a:ext>
            </a:extLst>
          </p:cNvPr>
          <p:cNvCxnSpPr>
            <a:cxnSpLocks/>
          </p:cNvCxnSpPr>
          <p:nvPr/>
        </p:nvCxnSpPr>
        <p:spPr>
          <a:xfrm>
            <a:off x="4244532" y="2298266"/>
            <a:ext cx="42361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E7C4148-514A-49D5-AB42-D81B2023D6D6}"/>
              </a:ext>
            </a:extLst>
          </p:cNvPr>
          <p:cNvCxnSpPr>
            <a:cxnSpLocks/>
          </p:cNvCxnSpPr>
          <p:nvPr/>
        </p:nvCxnSpPr>
        <p:spPr>
          <a:xfrm flipV="1">
            <a:off x="4243680" y="4061095"/>
            <a:ext cx="0" cy="162719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7D9382A-97C4-4728-8491-76D226ED097C}"/>
              </a:ext>
            </a:extLst>
          </p:cNvPr>
          <p:cNvCxnSpPr>
            <a:cxnSpLocks/>
          </p:cNvCxnSpPr>
          <p:nvPr/>
        </p:nvCxnSpPr>
        <p:spPr>
          <a:xfrm flipV="1">
            <a:off x="6034319" y="4802464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ABA1B97-5C69-4CC8-AA0E-401926A73AD5}"/>
              </a:ext>
            </a:extLst>
          </p:cNvPr>
          <p:cNvCxnSpPr>
            <a:cxnSpLocks/>
          </p:cNvCxnSpPr>
          <p:nvPr/>
        </p:nvCxnSpPr>
        <p:spPr>
          <a:xfrm>
            <a:off x="4243680" y="5678765"/>
            <a:ext cx="179063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D5F3F6F-8D69-4410-A152-C864075669ED}"/>
              </a:ext>
            </a:extLst>
          </p:cNvPr>
          <p:cNvCxnSpPr>
            <a:cxnSpLocks/>
          </p:cNvCxnSpPr>
          <p:nvPr/>
        </p:nvCxnSpPr>
        <p:spPr>
          <a:xfrm flipV="1">
            <a:off x="5119919" y="4802464"/>
            <a:ext cx="0" cy="88582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7E3B299-22F1-465B-96A2-173FBF2E24B5}"/>
              </a:ext>
            </a:extLst>
          </p:cNvPr>
          <p:cNvCxnSpPr>
            <a:cxnSpLocks/>
          </p:cNvCxnSpPr>
          <p:nvPr/>
        </p:nvCxnSpPr>
        <p:spPr>
          <a:xfrm>
            <a:off x="6034319" y="5212040"/>
            <a:ext cx="14361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47232FB-A743-4E45-97BE-1F103A15AA3F}"/>
              </a:ext>
            </a:extLst>
          </p:cNvPr>
          <p:cNvCxnSpPr>
            <a:cxnSpLocks/>
          </p:cNvCxnSpPr>
          <p:nvPr/>
        </p:nvCxnSpPr>
        <p:spPr>
          <a:xfrm flipV="1">
            <a:off x="7470457" y="4034093"/>
            <a:ext cx="0" cy="1654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3CA17FD-5CE3-4F09-906C-B2168076FE93}"/>
              </a:ext>
            </a:extLst>
          </p:cNvPr>
          <p:cNvCxnSpPr>
            <a:cxnSpLocks/>
            <a:stCxn id="92" idx="1"/>
          </p:cNvCxnSpPr>
          <p:nvPr/>
        </p:nvCxnSpPr>
        <p:spPr>
          <a:xfrm flipH="1">
            <a:off x="4274741" y="5009108"/>
            <a:ext cx="2845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904AEBF-C576-4A64-BE60-D1B0BF2279F0}"/>
              </a:ext>
            </a:extLst>
          </p:cNvPr>
          <p:cNvCxnSpPr>
            <a:cxnSpLocks/>
            <a:stCxn id="93" idx="1"/>
          </p:cNvCxnSpPr>
          <p:nvPr/>
        </p:nvCxnSpPr>
        <p:spPr>
          <a:xfrm flipH="1">
            <a:off x="5114827" y="5009108"/>
            <a:ext cx="32467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DC4E60C-F955-43E3-A776-580AF96A0CA7}"/>
              </a:ext>
            </a:extLst>
          </p:cNvPr>
          <p:cNvCxnSpPr>
            <a:cxnSpLocks/>
            <a:stCxn id="94" idx="1"/>
          </p:cNvCxnSpPr>
          <p:nvPr/>
        </p:nvCxnSpPr>
        <p:spPr>
          <a:xfrm flipH="1">
            <a:off x="6056528" y="5015458"/>
            <a:ext cx="5926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8F56727-383A-44DD-920A-B856E33A0006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4846594" y="5009108"/>
            <a:ext cx="2682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70C7B1B-F1B2-4073-B357-B300E665A14C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5726761" y="5009108"/>
            <a:ext cx="3024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934DCAB-278A-4F2C-9593-13128BBB42E8}"/>
              </a:ext>
            </a:extLst>
          </p:cNvPr>
          <p:cNvCxnSpPr>
            <a:cxnSpLocks/>
            <a:stCxn id="94" idx="3"/>
          </p:cNvCxnSpPr>
          <p:nvPr/>
        </p:nvCxnSpPr>
        <p:spPr>
          <a:xfrm>
            <a:off x="6936464" y="5015458"/>
            <a:ext cx="5339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4141CE6-DC92-4F7F-802F-DB207A4F76EE}"/>
              </a:ext>
            </a:extLst>
          </p:cNvPr>
          <p:cNvSpPr txBox="1"/>
          <p:nvPr/>
        </p:nvSpPr>
        <p:spPr>
          <a:xfrm>
            <a:off x="4559336" y="4839831"/>
            <a:ext cx="287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0EC72D-2654-4461-9E16-25EE0D411B55}"/>
              </a:ext>
            </a:extLst>
          </p:cNvPr>
          <p:cNvSpPr txBox="1"/>
          <p:nvPr/>
        </p:nvSpPr>
        <p:spPr>
          <a:xfrm>
            <a:off x="5439503" y="483983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E7F88C1-C37E-4CB4-8958-54D36E95D4F6}"/>
              </a:ext>
            </a:extLst>
          </p:cNvPr>
          <p:cNvSpPr txBox="1"/>
          <p:nvPr/>
        </p:nvSpPr>
        <p:spPr>
          <a:xfrm>
            <a:off x="6649206" y="48461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A192655-B202-4504-8C38-41C88181EEF4}"/>
              </a:ext>
            </a:extLst>
          </p:cNvPr>
          <p:cNvCxnSpPr>
            <a:cxnSpLocks/>
          </p:cNvCxnSpPr>
          <p:nvPr/>
        </p:nvCxnSpPr>
        <p:spPr>
          <a:xfrm>
            <a:off x="4239439" y="4293403"/>
            <a:ext cx="3226777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8E31681-8AB1-4598-89EA-A6A9DF452378}"/>
              </a:ext>
            </a:extLst>
          </p:cNvPr>
          <p:cNvCxnSpPr>
            <a:cxnSpLocks/>
          </p:cNvCxnSpPr>
          <p:nvPr/>
        </p:nvCxnSpPr>
        <p:spPr>
          <a:xfrm flipH="1">
            <a:off x="7466217" y="4293403"/>
            <a:ext cx="10127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9BC7BC-4BBB-432A-AA15-5FE56D6DDCB4}"/>
              </a:ext>
            </a:extLst>
          </p:cNvPr>
          <p:cNvCxnSpPr>
            <a:cxnSpLocks/>
          </p:cNvCxnSpPr>
          <p:nvPr/>
        </p:nvCxnSpPr>
        <p:spPr>
          <a:xfrm>
            <a:off x="3664993" y="4293403"/>
            <a:ext cx="5744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0130BCD8-7D83-401C-80D7-BCEE4500B8EF}"/>
              </a:ext>
            </a:extLst>
          </p:cNvPr>
          <p:cNvSpPr txBox="1"/>
          <p:nvPr/>
        </p:nvSpPr>
        <p:spPr>
          <a:xfrm>
            <a:off x="7538082" y="3709085"/>
            <a:ext cx="1944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- Frame Space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Overload Frame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EDE119-946E-44A7-8171-4A5CE664128A}"/>
              </a:ext>
            </a:extLst>
          </p:cNvPr>
          <p:cNvSpPr txBox="1"/>
          <p:nvPr/>
        </p:nvSpPr>
        <p:spPr>
          <a:xfrm>
            <a:off x="2320344" y="3426453"/>
            <a:ext cx="1893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 Of Frame  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Delimiter 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Delimiter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C7A6671-57D0-480E-BA40-6A9715A1CE13}"/>
              </a:ext>
            </a:extLst>
          </p:cNvPr>
          <p:cNvSpPr txBox="1"/>
          <p:nvPr/>
        </p:nvSpPr>
        <p:spPr>
          <a:xfrm>
            <a:off x="4994628" y="3877423"/>
            <a:ext cx="1691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 Frame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6D234C4-E95F-4B5C-A271-859AAB749B08}"/>
              </a:ext>
            </a:extLst>
          </p:cNvPr>
          <p:cNvSpPr txBox="1"/>
          <p:nvPr/>
        </p:nvSpPr>
        <p:spPr>
          <a:xfrm>
            <a:off x="4196281" y="4363403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4297C3-EF7F-412D-A143-17E57B03DD6B}"/>
              </a:ext>
            </a:extLst>
          </p:cNvPr>
          <p:cNvSpPr txBox="1"/>
          <p:nvPr/>
        </p:nvSpPr>
        <p:spPr>
          <a:xfrm>
            <a:off x="5123167" y="4363402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75E3C3-5C63-4B79-BF58-3E41A4B8184F}"/>
              </a:ext>
            </a:extLst>
          </p:cNvPr>
          <p:cNvSpPr txBox="1"/>
          <p:nvPr/>
        </p:nvSpPr>
        <p:spPr>
          <a:xfrm>
            <a:off x="6286401" y="4332004"/>
            <a:ext cx="1019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A6EA7C-A782-4BE3-B58E-1620BF9AFE1B}"/>
              </a:ext>
            </a:extLst>
          </p:cNvPr>
          <p:cNvSpPr txBox="1"/>
          <p:nvPr/>
        </p:nvSpPr>
        <p:spPr>
          <a:xfrm>
            <a:off x="3339002" y="1789998"/>
            <a:ext cx="1363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Mission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37F1E2-3CAF-42C6-9768-234E9D12B782}"/>
              </a:ext>
            </a:extLst>
          </p:cNvPr>
          <p:cNvSpPr txBox="1"/>
          <p:nvPr/>
        </p:nvSpPr>
        <p:spPr>
          <a:xfrm>
            <a:off x="4685307" y="1653021"/>
            <a:ext cx="135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3E52895-96F6-44C4-AABB-73C908713E59}"/>
              </a:ext>
            </a:extLst>
          </p:cNvPr>
          <p:cNvSpPr txBox="1"/>
          <p:nvPr/>
        </p:nvSpPr>
        <p:spPr>
          <a:xfrm>
            <a:off x="6315273" y="1790319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Idle</a:t>
            </a:r>
          </a:p>
        </p:txBody>
      </p:sp>
      <p:sp>
        <p:nvSpPr>
          <p:cNvPr id="2" name="Rectangle 1"/>
          <p:cNvSpPr/>
          <p:nvPr/>
        </p:nvSpPr>
        <p:spPr>
          <a:xfrm>
            <a:off x="3522218" y="3202784"/>
            <a:ext cx="514756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 3.27   Frame truyền trung gian của bxCAN</a:t>
            </a:r>
            <a:endParaRPr lang="en-US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3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197916" y="1208015"/>
            <a:ext cx="6585357" cy="1207343"/>
            <a:chOff x="2197916" y="1208015"/>
            <a:chExt cx="6585357" cy="1207343"/>
          </a:xfrm>
        </p:grpSpPr>
        <p:sp>
          <p:nvSpPr>
            <p:cNvPr id="5" name="Rectangle 4"/>
            <p:cNvSpPr/>
            <p:nvPr/>
          </p:nvSpPr>
          <p:spPr>
            <a:xfrm>
              <a:off x="3414319" y="1652631"/>
              <a:ext cx="2684477" cy="3607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BIT SEGMENT 1 (BS1)</a:t>
              </a:r>
              <a:endPara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098796" y="1652631"/>
              <a:ext cx="2684477" cy="3607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BIT SEGMENT 2 (BS2)</a:t>
              </a:r>
              <a:endPara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Connector 6"/>
            <p:cNvCxnSpPr>
              <a:stCxn id="6" idx="3"/>
            </p:cNvCxnSpPr>
            <p:nvPr/>
          </p:nvCxnSpPr>
          <p:spPr>
            <a:xfrm flipV="1">
              <a:off x="8783273" y="1208015"/>
              <a:ext cx="0" cy="6249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>
              <a:off x="2197916" y="1208015"/>
              <a:ext cx="1216403" cy="1174458"/>
              <a:chOff x="2197916" y="1208015"/>
              <a:chExt cx="1216403" cy="117445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197916" y="1652631"/>
                <a:ext cx="1216403" cy="3607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SYNC_SEG</a:t>
                </a:r>
                <a:endParaRPr lang="en-US" sz="13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Straight Connector 23"/>
              <p:cNvCxnSpPr>
                <a:stCxn id="23" idx="1"/>
              </p:cNvCxnSpPr>
              <p:nvPr/>
            </p:nvCxnSpPr>
            <p:spPr>
              <a:xfrm flipV="1">
                <a:off x="2197916" y="1208015"/>
                <a:ext cx="0" cy="6249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23" idx="1"/>
              </p:cNvCxnSpPr>
              <p:nvPr/>
            </p:nvCxnSpPr>
            <p:spPr>
              <a:xfrm>
                <a:off x="2197916" y="1832995"/>
                <a:ext cx="0" cy="5494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5" idx="1"/>
              </p:cNvCxnSpPr>
              <p:nvPr/>
            </p:nvCxnSpPr>
            <p:spPr>
              <a:xfrm>
                <a:off x="3414319" y="1832995"/>
                <a:ext cx="0" cy="5494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/>
            <p:cNvCxnSpPr>
              <a:stCxn id="5" idx="3"/>
            </p:cNvCxnSpPr>
            <p:nvPr/>
          </p:nvCxnSpPr>
          <p:spPr>
            <a:xfrm>
              <a:off x="6098796" y="1832995"/>
              <a:ext cx="0" cy="5494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6" idx="3"/>
            </p:cNvCxnSpPr>
            <p:nvPr/>
          </p:nvCxnSpPr>
          <p:spPr>
            <a:xfrm>
              <a:off x="8783273" y="1832995"/>
              <a:ext cx="0" cy="5494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511453" y="2107517"/>
                  <a:ext cx="584086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x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endParaRPr lang="en-US" sz="13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453" y="2107517"/>
                  <a:ext cx="584086" cy="307841"/>
                </a:xfrm>
                <a:prstGeom prst="rect">
                  <a:avLst/>
                </a:prstGeom>
                <a:blipFill>
                  <a:blip r:embed="rId2"/>
                  <a:stretch>
                    <a:fillRect l="-2083" t="-2000"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4349692" y="2107734"/>
                  <a:ext cx="813732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𝐵𝑆</m:t>
                            </m:r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3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9692" y="2107734"/>
                  <a:ext cx="813732" cy="29238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>
              <a:off x="5125672" y="2261437"/>
              <a:ext cx="9731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3409075" y="2258312"/>
              <a:ext cx="935373" cy="107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120155" y="2107517"/>
                  <a:ext cx="6291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𝐵𝑆</m:t>
                            </m:r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3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155" y="2107517"/>
                  <a:ext cx="629174" cy="2923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/>
            <p:nvPr/>
          </p:nvCxnSpPr>
          <p:spPr>
            <a:xfrm>
              <a:off x="7885651" y="2303108"/>
              <a:ext cx="8976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6098795" y="2303108"/>
              <a:ext cx="9144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483914" y="1317562"/>
              <a:ext cx="17111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NOMINAL BIT TIME</a:t>
              </a:r>
              <a:endParaRPr lang="en-US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>
              <a:off x="2197916" y="1463756"/>
              <a:ext cx="22000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8" idx="3"/>
            </p:cNvCxnSpPr>
            <p:nvPr/>
          </p:nvCxnSpPr>
          <p:spPr>
            <a:xfrm>
              <a:off x="6195060" y="1463756"/>
              <a:ext cx="2588213" cy="85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1"/>
            </p:cNvCxnSpPr>
            <p:nvPr/>
          </p:nvCxnSpPr>
          <p:spPr>
            <a:xfrm flipH="1" flipV="1">
              <a:off x="2197916" y="2257425"/>
              <a:ext cx="313537" cy="4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3"/>
            </p:cNvCxnSpPr>
            <p:nvPr/>
          </p:nvCxnSpPr>
          <p:spPr>
            <a:xfrm flipV="1">
              <a:off x="3095539" y="2257425"/>
              <a:ext cx="318780" cy="4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 flipV="1">
            <a:off x="6098795" y="2399905"/>
            <a:ext cx="0" cy="221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38725" y="2672223"/>
            <a:ext cx="112014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 lấy mẫu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3203" y="2669826"/>
            <a:ext cx="112014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 truyền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0"/>
          </p:cNvCxnSpPr>
          <p:nvPr/>
        </p:nvCxnSpPr>
        <p:spPr>
          <a:xfrm flipV="1">
            <a:off x="8783273" y="2382473"/>
            <a:ext cx="0" cy="28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47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236</Words>
  <Application>Microsoft Office PowerPoint</Application>
  <PresentationFormat>Widescreen</PresentationFormat>
  <Paragraphs>127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Phúc Lê Hồng</dc:creator>
  <cp:lastModifiedBy>ASUS</cp:lastModifiedBy>
  <cp:revision>16</cp:revision>
  <dcterms:created xsi:type="dcterms:W3CDTF">2025-11-23T10:52:22Z</dcterms:created>
  <dcterms:modified xsi:type="dcterms:W3CDTF">2025-11-23T14:37:25Z</dcterms:modified>
</cp:coreProperties>
</file>